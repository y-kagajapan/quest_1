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6"/>
  </p:notesMasterIdLst>
  <p:sldIdLst>
    <p:sldId id="258" r:id="rId2"/>
    <p:sldId id="257" r:id="rId3"/>
    <p:sldId id="259" r:id="rId4"/>
    <p:sldId id="260" r:id="rId5"/>
    <p:sldId id="261" r:id="rId6"/>
    <p:sldId id="262" r:id="rId7"/>
    <p:sldId id="263" r:id="rId8"/>
    <p:sldId id="264" r:id="rId9"/>
    <p:sldId id="265" r:id="rId10"/>
    <p:sldId id="266" r:id="rId11"/>
    <p:sldId id="267" r:id="rId12"/>
    <p:sldId id="268" r:id="rId13"/>
    <p:sldId id="271" r:id="rId14"/>
    <p:sldId id="270" r:id="rId15"/>
    <p:sldId id="272" r:id="rId16"/>
    <p:sldId id="274" r:id="rId17"/>
    <p:sldId id="269" r:id="rId18"/>
    <p:sldId id="273" r:id="rId19"/>
    <p:sldId id="275" r:id="rId20"/>
    <p:sldId id="279" r:id="rId21"/>
    <p:sldId id="276" r:id="rId22"/>
    <p:sldId id="277" r:id="rId23"/>
    <p:sldId id="278"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13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EDDFCF-4C9F-4147-B793-F1097DFF70D3}" type="datetimeFigureOut">
              <a:rPr kumimoji="1" lang="ja-JP" altLang="en-US" smtClean="0"/>
              <a:t>2026/5/12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4FAB56-021A-401F-90A1-7D00D3EF473C}" type="slidenum">
              <a:rPr kumimoji="1" lang="ja-JP" altLang="en-US" smtClean="0"/>
              <a:t>‹#›</a:t>
            </a:fld>
            <a:endParaRPr kumimoji="1" lang="ja-JP" altLang="en-US"/>
          </a:p>
        </p:txBody>
      </p:sp>
    </p:spTree>
    <p:extLst>
      <p:ext uri="{BB962C8B-B14F-4D97-AF65-F5344CB8AC3E}">
        <p14:creationId xmlns:p14="http://schemas.microsoft.com/office/powerpoint/2010/main" val="17262700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2" name="Google Shape;9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8C3B88-B702-1F3B-BD57-3A9F8D237B6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E34E868-4211-99DF-1B6E-E1E40ADDC1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77965F6-067E-3108-3578-5E35A97ACAD3}"/>
              </a:ext>
            </a:extLst>
          </p:cNvPr>
          <p:cNvSpPr>
            <a:spLocks noGrp="1"/>
          </p:cNvSpPr>
          <p:nvPr>
            <p:ph type="dt" sz="half" idx="10"/>
          </p:nvPr>
        </p:nvSpPr>
        <p:spPr/>
        <p:txBody>
          <a:bodyPr/>
          <a:lstStyle/>
          <a:p>
            <a:fld id="{4D13C7BA-3DDA-4DC8-90E5-A3C486E082F4}"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BB62A688-69C0-C481-E6A1-5A9DB83C3B7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F435694-09D1-75E4-ED70-D09FEBF954DA}"/>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177393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925EB5-534E-5941-DA7B-FDEA3F8EAED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0C1B39F-5705-A698-D62F-0A256CFE0329}"/>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DD0C5BA-6A38-B645-E94A-1537AC73ED4E}"/>
              </a:ext>
            </a:extLst>
          </p:cNvPr>
          <p:cNvSpPr>
            <a:spLocks noGrp="1"/>
          </p:cNvSpPr>
          <p:nvPr>
            <p:ph type="dt" sz="half" idx="10"/>
          </p:nvPr>
        </p:nvSpPr>
        <p:spPr/>
        <p:txBody>
          <a:bodyPr/>
          <a:lstStyle/>
          <a:p>
            <a:fld id="{6567CA06-59B1-46EC-868F-58B6A5A56319}"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3702ACEE-55C1-F71E-2EF4-6F21203C965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85B4C75-C240-185D-6C74-06326A2146FD}"/>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3888934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A848F1-1966-122E-8F80-4A79253564F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B5127E7-69BC-D4F5-3125-68E33B430EC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8C1EE17-B1FF-86BC-B737-47C11B2A3CD4}"/>
              </a:ext>
            </a:extLst>
          </p:cNvPr>
          <p:cNvSpPr>
            <a:spLocks noGrp="1"/>
          </p:cNvSpPr>
          <p:nvPr>
            <p:ph type="dt" sz="half" idx="10"/>
          </p:nvPr>
        </p:nvSpPr>
        <p:spPr/>
        <p:txBody>
          <a:bodyPr/>
          <a:lstStyle/>
          <a:p>
            <a:fld id="{4FFDB936-988F-4EAF-BD56-E2EEB1248FB8}"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97C5516E-B171-61ED-C453-4A6197F585C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DA47FC-633C-D50F-29E1-731497D06E7D}"/>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42014106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F05C4E-C07D-FA46-80EF-DC90A4CB6B3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43FDF09-9910-91E6-A4DB-DB29982E3E7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3531787-18F4-12F6-9FB5-85D9E7DF96AA}"/>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1064CCA-891E-CEB2-0EB3-328851108FF1}"/>
              </a:ext>
            </a:extLst>
          </p:cNvPr>
          <p:cNvSpPr>
            <a:spLocks noGrp="1"/>
          </p:cNvSpPr>
          <p:nvPr>
            <p:ph type="dt" sz="half" idx="10"/>
          </p:nvPr>
        </p:nvSpPr>
        <p:spPr/>
        <p:txBody>
          <a:bodyPr/>
          <a:lstStyle/>
          <a:p>
            <a:fld id="{AF60EBAF-26C8-48D1-9479-3FA84B125048}" type="datetime1">
              <a:rPr kumimoji="1" lang="ja-JP" altLang="en-US" smtClean="0"/>
              <a:t>2026/5/12</a:t>
            </a:fld>
            <a:endParaRPr kumimoji="1" lang="ja-JP" altLang="en-US"/>
          </a:p>
        </p:txBody>
      </p:sp>
      <p:sp>
        <p:nvSpPr>
          <p:cNvPr id="6" name="フッター プレースホルダー 5">
            <a:extLst>
              <a:ext uri="{FF2B5EF4-FFF2-40B4-BE49-F238E27FC236}">
                <a16:creationId xmlns:a16="http://schemas.microsoft.com/office/drawing/2014/main" id="{BF04C18E-3E44-05DF-60B9-761DF497AC4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D6D87A8-C8AA-5765-378B-2E0D05BDF1CC}"/>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7696481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BF4FF7-FC34-ACD1-49A3-DEADC4F72361}"/>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DB52F26-B275-60AC-378D-BAC93485013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FC66640-D612-4F7A-8EC5-B9A63CD9995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38FF1C2-6C47-7CA3-F8EF-2654CBB65B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FD708C1B-94FB-B73F-9846-820FB2C28E7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3215017-C5BC-5714-F98A-C627F8CADB4A}"/>
              </a:ext>
            </a:extLst>
          </p:cNvPr>
          <p:cNvSpPr>
            <a:spLocks noGrp="1"/>
          </p:cNvSpPr>
          <p:nvPr>
            <p:ph type="dt" sz="half" idx="10"/>
          </p:nvPr>
        </p:nvSpPr>
        <p:spPr/>
        <p:txBody>
          <a:bodyPr/>
          <a:lstStyle/>
          <a:p>
            <a:fld id="{D92B108E-C1F6-46B9-80C3-862258983CF8}" type="datetime1">
              <a:rPr kumimoji="1" lang="ja-JP" altLang="en-US" smtClean="0"/>
              <a:t>2026/5/12</a:t>
            </a:fld>
            <a:endParaRPr kumimoji="1" lang="ja-JP" altLang="en-US"/>
          </a:p>
        </p:txBody>
      </p:sp>
      <p:sp>
        <p:nvSpPr>
          <p:cNvPr id="8" name="フッター プレースホルダー 7">
            <a:extLst>
              <a:ext uri="{FF2B5EF4-FFF2-40B4-BE49-F238E27FC236}">
                <a16:creationId xmlns:a16="http://schemas.microsoft.com/office/drawing/2014/main" id="{AA85CEEF-D845-599E-9E4B-B1DF5CCD5B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30D3160-522E-6114-0CBC-B629B7842E1A}"/>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23128932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95B6E6-DB04-D15F-1E21-C49891376BA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4ADE2C7E-9460-C1E1-75F5-28E713985495}"/>
              </a:ext>
            </a:extLst>
          </p:cNvPr>
          <p:cNvSpPr>
            <a:spLocks noGrp="1"/>
          </p:cNvSpPr>
          <p:nvPr>
            <p:ph type="dt" sz="half" idx="10"/>
          </p:nvPr>
        </p:nvSpPr>
        <p:spPr/>
        <p:txBody>
          <a:bodyPr/>
          <a:lstStyle/>
          <a:p>
            <a:fld id="{46DB2C35-E760-4833-973A-0DD1522A587A}" type="datetime1">
              <a:rPr kumimoji="1" lang="ja-JP" altLang="en-US" smtClean="0"/>
              <a:t>2026/5/12</a:t>
            </a:fld>
            <a:endParaRPr kumimoji="1" lang="ja-JP" altLang="en-US"/>
          </a:p>
        </p:txBody>
      </p:sp>
      <p:sp>
        <p:nvSpPr>
          <p:cNvPr id="4" name="フッター プレースホルダー 3">
            <a:extLst>
              <a:ext uri="{FF2B5EF4-FFF2-40B4-BE49-F238E27FC236}">
                <a16:creationId xmlns:a16="http://schemas.microsoft.com/office/drawing/2014/main" id="{17B53227-1DF7-A146-FE59-537A00F322ED}"/>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E7DEC29-78D6-A809-6644-34171D462150}"/>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3709139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9C6A4D8-D66E-EBC6-1E93-B0E64520F49B}"/>
              </a:ext>
            </a:extLst>
          </p:cNvPr>
          <p:cNvSpPr>
            <a:spLocks noGrp="1"/>
          </p:cNvSpPr>
          <p:nvPr>
            <p:ph type="dt" sz="half" idx="10"/>
          </p:nvPr>
        </p:nvSpPr>
        <p:spPr/>
        <p:txBody>
          <a:bodyPr/>
          <a:lstStyle/>
          <a:p>
            <a:fld id="{5015BD4D-51F0-43CF-98EF-828D19E05E75}" type="datetime1">
              <a:rPr kumimoji="1" lang="ja-JP" altLang="en-US" smtClean="0"/>
              <a:t>2026/5/12</a:t>
            </a:fld>
            <a:endParaRPr kumimoji="1" lang="ja-JP" altLang="en-US"/>
          </a:p>
        </p:txBody>
      </p:sp>
      <p:sp>
        <p:nvSpPr>
          <p:cNvPr id="3" name="フッター プレースホルダー 2">
            <a:extLst>
              <a:ext uri="{FF2B5EF4-FFF2-40B4-BE49-F238E27FC236}">
                <a16:creationId xmlns:a16="http://schemas.microsoft.com/office/drawing/2014/main" id="{DA70062B-060A-3E2F-7833-553FCC5CEE6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96A0B1A-B5B0-7AFB-2DDA-27EC3CA17CCE}"/>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6820909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81DBE23-7A1F-61E2-E669-323D194DD5E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AAF5147-01D6-3B0D-3092-BB0ADD5000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35B0F9A6-D5E3-7DA6-2544-1BE806983B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F8FA61-D6DA-515C-2445-36FC310620DB}"/>
              </a:ext>
            </a:extLst>
          </p:cNvPr>
          <p:cNvSpPr>
            <a:spLocks noGrp="1"/>
          </p:cNvSpPr>
          <p:nvPr>
            <p:ph type="dt" sz="half" idx="10"/>
          </p:nvPr>
        </p:nvSpPr>
        <p:spPr/>
        <p:txBody>
          <a:bodyPr/>
          <a:lstStyle/>
          <a:p>
            <a:fld id="{06FF3077-74A8-4ADE-B409-1ED5DA1D8469}" type="datetime1">
              <a:rPr kumimoji="1" lang="ja-JP" altLang="en-US" smtClean="0"/>
              <a:t>2026/5/12</a:t>
            </a:fld>
            <a:endParaRPr kumimoji="1" lang="ja-JP" altLang="en-US"/>
          </a:p>
        </p:txBody>
      </p:sp>
      <p:sp>
        <p:nvSpPr>
          <p:cNvPr id="6" name="フッター プレースホルダー 5">
            <a:extLst>
              <a:ext uri="{FF2B5EF4-FFF2-40B4-BE49-F238E27FC236}">
                <a16:creationId xmlns:a16="http://schemas.microsoft.com/office/drawing/2014/main" id="{9B97EECE-B0DE-7901-9765-5CD5A5E5774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B53A08D-B222-8908-0545-BD3C0172A3BE}"/>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3127212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CDF097-4FA9-3AE2-77B9-C241C60BBDE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C1E97E15-F39D-5625-23DF-5B91EB127DA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7B02F8DD-B465-7784-877C-5AF06356CE9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488721-E0F9-99AD-238C-584698735F39}"/>
              </a:ext>
            </a:extLst>
          </p:cNvPr>
          <p:cNvSpPr>
            <a:spLocks noGrp="1"/>
          </p:cNvSpPr>
          <p:nvPr>
            <p:ph type="dt" sz="half" idx="10"/>
          </p:nvPr>
        </p:nvSpPr>
        <p:spPr/>
        <p:txBody>
          <a:bodyPr/>
          <a:lstStyle/>
          <a:p>
            <a:fld id="{DAF712DC-DCE4-4AD6-840E-6623B6DC005F}" type="datetime1">
              <a:rPr kumimoji="1" lang="ja-JP" altLang="en-US" smtClean="0"/>
              <a:t>2026/5/12</a:t>
            </a:fld>
            <a:endParaRPr kumimoji="1" lang="ja-JP" altLang="en-US"/>
          </a:p>
        </p:txBody>
      </p:sp>
      <p:sp>
        <p:nvSpPr>
          <p:cNvPr id="6" name="フッター プレースホルダー 5">
            <a:extLst>
              <a:ext uri="{FF2B5EF4-FFF2-40B4-BE49-F238E27FC236}">
                <a16:creationId xmlns:a16="http://schemas.microsoft.com/office/drawing/2014/main" id="{5723ACB1-0990-D6B3-94D5-3E82A9F92DD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B11FEF8-607B-6A5A-F489-DD620A4AF801}"/>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1688303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36FF440-5202-9AF6-FFC8-AC6F60D30168}"/>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7285033-FA60-AC42-68AB-489917F0BB8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E3798E3-C6D8-6DE7-9D00-6C28697D9E19}"/>
              </a:ext>
            </a:extLst>
          </p:cNvPr>
          <p:cNvSpPr>
            <a:spLocks noGrp="1"/>
          </p:cNvSpPr>
          <p:nvPr>
            <p:ph type="dt" sz="half" idx="10"/>
          </p:nvPr>
        </p:nvSpPr>
        <p:spPr/>
        <p:txBody>
          <a:bodyPr/>
          <a:lstStyle/>
          <a:p>
            <a:fld id="{33BB60DE-181A-41C8-B8FB-C8655C819F4F}"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4B6143AE-3707-EF2A-B372-9D30CCF4C48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839A353-36D3-4A23-48B1-0561E3C1D24F}"/>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7014403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FF4F25F-0164-F451-3C42-8297F3B6820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949C9D7-7901-8E77-F05C-34B9316E81A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60AA5F9-B9FB-E789-5300-E8B38806B8A7}"/>
              </a:ext>
            </a:extLst>
          </p:cNvPr>
          <p:cNvSpPr>
            <a:spLocks noGrp="1"/>
          </p:cNvSpPr>
          <p:nvPr>
            <p:ph type="dt" sz="half" idx="10"/>
          </p:nvPr>
        </p:nvSpPr>
        <p:spPr/>
        <p:txBody>
          <a:bodyPr/>
          <a:lstStyle/>
          <a:p>
            <a:fld id="{7B7CAE52-E379-4403-A9C3-F53B57A2E4B8}"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2A47D776-073A-D942-2F5D-A1DF4080B6E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7E2A5C6-AB9A-3480-B012-8487D80FA88D}"/>
              </a:ext>
            </a:extLst>
          </p:cNvPr>
          <p:cNvSpPr>
            <a:spLocks noGrp="1"/>
          </p:cNvSpPr>
          <p:nvPr>
            <p:ph type="sldNum" sz="quarter" idx="12"/>
          </p:nvPr>
        </p:nvSpPr>
        <p:spPr/>
        <p:txBody>
          <a:body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30872950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AA5827A-F746-CA1D-AAD1-2DCF274D94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8B7DB33-CE0A-3F26-A944-6840E394681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AB0B0A3-BF33-E29C-8765-18302EF7D7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53EEF6-12DC-4189-B57A-F5FB05733903}" type="datetime1">
              <a:rPr kumimoji="1" lang="ja-JP" altLang="en-US" smtClean="0"/>
              <a:t>2026/5/12</a:t>
            </a:fld>
            <a:endParaRPr kumimoji="1" lang="ja-JP" altLang="en-US"/>
          </a:p>
        </p:txBody>
      </p:sp>
      <p:sp>
        <p:nvSpPr>
          <p:cNvPr id="5" name="フッター プレースホルダー 4">
            <a:extLst>
              <a:ext uri="{FF2B5EF4-FFF2-40B4-BE49-F238E27FC236}">
                <a16:creationId xmlns:a16="http://schemas.microsoft.com/office/drawing/2014/main" id="{4FAF3C0B-4E7B-4571-55BD-680D784DD9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55D0C3A0-35AE-5F8B-C850-0F6F4009DF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80D52C-A15E-4981-8A76-803099B9450A}" type="slidenum">
              <a:rPr kumimoji="1" lang="ja-JP" altLang="en-US" smtClean="0"/>
              <a:t>‹#›</a:t>
            </a:fld>
            <a:endParaRPr kumimoji="1" lang="ja-JP" altLang="en-US"/>
          </a:p>
        </p:txBody>
      </p:sp>
    </p:spTree>
    <p:extLst>
      <p:ext uri="{BB962C8B-B14F-4D97-AF65-F5344CB8AC3E}">
        <p14:creationId xmlns:p14="http://schemas.microsoft.com/office/powerpoint/2010/main" val="35539585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oogle Shape;84;p13" descr="image.png">
            <a:extLst>
              <a:ext uri="{FF2B5EF4-FFF2-40B4-BE49-F238E27FC236}">
                <a16:creationId xmlns:a16="http://schemas.microsoft.com/office/drawing/2014/main" id="{D7F205C5-879C-5929-F500-C8A79D25BBC7}"/>
              </a:ext>
            </a:extLst>
          </p:cNvPr>
          <p:cNvPicPr preferRelativeResize="0"/>
          <p:nvPr/>
        </p:nvPicPr>
        <p:blipFill rotWithShape="1">
          <a:blip r:embed="rId2">
            <a:alphaModFix/>
          </a:blip>
          <a:srcRect/>
          <a:stretch/>
        </p:blipFill>
        <p:spPr>
          <a:xfrm>
            <a:off x="0" y="0"/>
            <a:ext cx="12192000" cy="6858000"/>
          </a:xfrm>
          <a:prstGeom prst="rect">
            <a:avLst/>
          </a:prstGeom>
          <a:noFill/>
          <a:ln>
            <a:noFill/>
          </a:ln>
        </p:spPr>
      </p:pic>
      <p:sp>
        <p:nvSpPr>
          <p:cNvPr id="6" name="Google Shape;85;p13">
            <a:extLst>
              <a:ext uri="{FF2B5EF4-FFF2-40B4-BE49-F238E27FC236}">
                <a16:creationId xmlns:a16="http://schemas.microsoft.com/office/drawing/2014/main" id="{2CDE85F9-B3EB-1CF2-0989-99C6DF55B232}"/>
              </a:ext>
            </a:extLst>
          </p:cNvPr>
          <p:cNvSpPr txBox="1"/>
          <p:nvPr/>
        </p:nvSpPr>
        <p:spPr>
          <a:xfrm>
            <a:off x="2074607" y="2579340"/>
            <a:ext cx="7344696" cy="1477328"/>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ja-JP" altLang="en-US" sz="4800" b="1" i="0" u="none" strike="noStrike" cap="none" dirty="0">
                <a:solidFill>
                  <a:srgbClr val="1E293B"/>
                </a:solidFill>
                <a:latin typeface="メイリオ" panose="020B0604030504040204" pitchFamily="50" charset="-128"/>
                <a:ea typeface="メイリオ" panose="020B0604030504040204" pitchFamily="50" charset="-128"/>
                <a:cs typeface="Urbanist"/>
                <a:sym typeface="Urbanist"/>
              </a:rPr>
              <a:t>開発管理統合システム</a:t>
            </a:r>
            <a:br>
              <a:rPr lang="ja-JP" altLang="en-US" sz="1800" b="0" i="0" u="none" strike="noStrike" cap="none" dirty="0">
                <a:solidFill>
                  <a:schemeClr val="dk1"/>
                </a:solidFill>
                <a:latin typeface="Calibri"/>
                <a:ea typeface="Calibri"/>
                <a:cs typeface="Calibri"/>
                <a:sym typeface="Calibri"/>
              </a:rPr>
            </a:br>
            <a:r>
              <a:rPr lang="ja-JP" altLang="en-US" sz="4800" b="1" i="0" u="none" strike="noStrike" cap="none" dirty="0">
                <a:solidFill>
                  <a:srgbClr val="1E293B"/>
                </a:solidFill>
                <a:latin typeface="メイリオ" panose="020B0604030504040204" pitchFamily="50" charset="-128"/>
                <a:ea typeface="メイリオ" panose="020B0604030504040204" pitchFamily="50" charset="-128"/>
                <a:cs typeface="Urbanist"/>
                <a:sym typeface="Urbanist"/>
              </a:rPr>
              <a:t> 操作マニュアル</a:t>
            </a:r>
            <a:endParaRPr lang="ja-JP" altLang="en-US" dirty="0"/>
          </a:p>
        </p:txBody>
      </p:sp>
      <p:sp>
        <p:nvSpPr>
          <p:cNvPr id="4" name="スライド番号プレースホルダー 3">
            <a:extLst>
              <a:ext uri="{FF2B5EF4-FFF2-40B4-BE49-F238E27FC236}">
                <a16:creationId xmlns:a16="http://schemas.microsoft.com/office/drawing/2014/main" id="{D181ACEE-1FFF-A137-F74F-B81183ED45A0}"/>
              </a:ext>
            </a:extLst>
          </p:cNvPr>
          <p:cNvSpPr>
            <a:spLocks noGrp="1"/>
          </p:cNvSpPr>
          <p:nvPr>
            <p:ph type="sldNum" sz="quarter" idx="12"/>
          </p:nvPr>
        </p:nvSpPr>
        <p:spPr/>
        <p:txBody>
          <a:bodyPr/>
          <a:lstStyle/>
          <a:p>
            <a:fld id="{2C80D52C-A15E-4981-8A76-803099B9450A}" type="slidenum">
              <a:rPr kumimoji="1" lang="ja-JP" altLang="en-US" smtClean="0"/>
              <a:t>1</a:t>
            </a:fld>
            <a:endParaRPr kumimoji="1" lang="ja-JP" altLang="en-US"/>
          </a:p>
        </p:txBody>
      </p:sp>
    </p:spTree>
    <p:extLst>
      <p:ext uri="{BB962C8B-B14F-4D97-AF65-F5344CB8AC3E}">
        <p14:creationId xmlns:p14="http://schemas.microsoft.com/office/powerpoint/2010/main" val="20391431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pic>
        <p:nvPicPr>
          <p:cNvPr id="94" name="Google Shape;94;p1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95" name="Google Shape;95;p14"/>
          <p:cNvSpPr/>
          <p:nvPr/>
        </p:nvSpPr>
        <p:spPr>
          <a:xfrm>
            <a:off x="5619750" y="762000"/>
            <a:ext cx="952500" cy="47625"/>
          </a:xfrm>
          <a:prstGeom prst="rect">
            <a:avLst/>
          </a:prstGeom>
          <a:solidFill>
            <a:srgbClr val="3B82F6"/>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96" name="Google Shape;96;p14"/>
          <p:cNvSpPr txBox="1"/>
          <p:nvPr/>
        </p:nvSpPr>
        <p:spPr>
          <a:xfrm>
            <a:off x="4095594" y="879128"/>
            <a:ext cx="4000812" cy="692497"/>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4500" b="1" i="0" u="none" strike="noStrike" cap="none" dirty="0" err="1">
                <a:solidFill>
                  <a:srgbClr val="1E293B"/>
                </a:solidFill>
                <a:latin typeface="メイリオ" panose="020B0604030504040204" pitchFamily="50" charset="-128"/>
                <a:ea typeface="メイリオ" panose="020B0604030504040204" pitchFamily="50" charset="-128"/>
                <a:cs typeface="Urbanist"/>
                <a:sym typeface="Urbanist"/>
              </a:rPr>
              <a:t>目次</a:t>
            </a:r>
            <a:endParaRPr dirty="0">
              <a:latin typeface="メイリオ" panose="020B0604030504040204" pitchFamily="50" charset="-128"/>
              <a:ea typeface="メイリオ" panose="020B0604030504040204" pitchFamily="50" charset="-128"/>
            </a:endParaRPr>
          </a:p>
        </p:txBody>
      </p:sp>
      <p:sp>
        <p:nvSpPr>
          <p:cNvPr id="97" name="Google Shape;97;p14"/>
          <p:cNvSpPr txBox="1"/>
          <p:nvPr/>
        </p:nvSpPr>
        <p:spPr>
          <a:xfrm>
            <a:off x="4190851" y="1688753"/>
            <a:ext cx="3810297" cy="55399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1800" b="0" i="0" u="none" strike="noStrike" cap="none" dirty="0">
                <a:solidFill>
                  <a:srgbClr val="000000"/>
                </a:solidFill>
                <a:latin typeface="Noto Sans JP"/>
                <a:ea typeface="Noto Sans JP"/>
                <a:cs typeface="Noto Sans JP"/>
                <a:sym typeface="Noto Sans JP"/>
              </a:rPr>
              <a:t>1. </a:t>
            </a:r>
            <a:r>
              <a:rPr lang="ja-JP" altLang="en-US" sz="1800" b="0" i="0" u="none" strike="noStrike" cap="none" dirty="0">
                <a:solidFill>
                  <a:srgbClr val="000000"/>
                </a:solidFill>
                <a:latin typeface="Noto Sans JP"/>
                <a:ea typeface="Noto Sans JP"/>
                <a:cs typeface="Noto Sans JP"/>
                <a:sym typeface="Noto Sans JP"/>
              </a:rPr>
              <a:t>ログイン画面：</a:t>
            </a:r>
            <a:r>
              <a:rPr lang="en-US" altLang="ja-JP" sz="1800" b="0" i="0" u="none" strike="noStrike" cap="none" dirty="0">
                <a:solidFill>
                  <a:srgbClr val="000000"/>
                </a:solidFill>
                <a:latin typeface="Noto Sans JP"/>
                <a:ea typeface="Noto Sans JP"/>
                <a:cs typeface="Noto Sans JP"/>
                <a:sym typeface="Noto Sans JP"/>
              </a:rPr>
              <a:t>P3</a:t>
            </a:r>
            <a:endParaRPr dirty="0"/>
          </a:p>
        </p:txBody>
      </p:sp>
      <p:sp>
        <p:nvSpPr>
          <p:cNvPr id="98" name="Google Shape;98;p14"/>
          <p:cNvSpPr txBox="1"/>
          <p:nvPr/>
        </p:nvSpPr>
        <p:spPr>
          <a:xfrm>
            <a:off x="4190851" y="2260253"/>
            <a:ext cx="3810297" cy="55399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1800" b="0" i="0" u="none" strike="noStrike" cap="none" dirty="0">
                <a:solidFill>
                  <a:srgbClr val="000000"/>
                </a:solidFill>
                <a:latin typeface="Noto Sans JP"/>
                <a:ea typeface="Noto Sans JP"/>
                <a:cs typeface="Noto Sans JP"/>
                <a:sym typeface="Noto Sans JP"/>
              </a:rPr>
              <a:t>2. </a:t>
            </a:r>
            <a:r>
              <a:rPr lang="ja-JP" altLang="en-US" sz="1800" b="0" i="0" u="none" strike="noStrike" cap="none" dirty="0">
                <a:solidFill>
                  <a:srgbClr val="000000"/>
                </a:solidFill>
                <a:latin typeface="Noto Sans JP"/>
                <a:ea typeface="Noto Sans JP"/>
                <a:cs typeface="Noto Sans JP"/>
                <a:sym typeface="Noto Sans JP"/>
              </a:rPr>
              <a:t>担当者操作：</a:t>
            </a:r>
            <a:r>
              <a:rPr lang="en-US" altLang="ja-JP" sz="1800" b="0" i="0" u="none" strike="noStrike" cap="none" dirty="0">
                <a:solidFill>
                  <a:srgbClr val="000000"/>
                </a:solidFill>
                <a:latin typeface="Noto Sans JP"/>
                <a:ea typeface="Noto Sans JP"/>
                <a:cs typeface="Noto Sans JP"/>
                <a:sym typeface="Noto Sans JP"/>
              </a:rPr>
              <a:t>P4</a:t>
            </a:r>
            <a:r>
              <a:rPr lang="ja-JP" altLang="en-US" sz="1800" b="0" i="0" u="none" strike="noStrike" cap="none" dirty="0">
                <a:solidFill>
                  <a:srgbClr val="000000"/>
                </a:solidFill>
                <a:latin typeface="Noto Sans JP"/>
                <a:ea typeface="Noto Sans JP"/>
                <a:cs typeface="Noto Sans JP"/>
                <a:sym typeface="Noto Sans JP"/>
              </a:rPr>
              <a:t>～</a:t>
            </a:r>
            <a:r>
              <a:rPr lang="en-US" altLang="ja-JP" sz="1800" b="0" i="0" u="none" strike="noStrike" cap="none" dirty="0">
                <a:solidFill>
                  <a:srgbClr val="000000"/>
                </a:solidFill>
                <a:latin typeface="Noto Sans JP"/>
                <a:ea typeface="Noto Sans JP"/>
                <a:cs typeface="Noto Sans JP"/>
                <a:sym typeface="Noto Sans JP"/>
              </a:rPr>
              <a:t>23</a:t>
            </a:r>
            <a:endParaRPr dirty="0"/>
          </a:p>
        </p:txBody>
      </p:sp>
      <p:sp>
        <p:nvSpPr>
          <p:cNvPr id="99" name="Google Shape;99;p14"/>
          <p:cNvSpPr txBox="1"/>
          <p:nvPr/>
        </p:nvSpPr>
        <p:spPr>
          <a:xfrm>
            <a:off x="4190851" y="2831753"/>
            <a:ext cx="3810297" cy="55399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1800" b="0" i="0" u="none" strike="noStrike" cap="none" dirty="0">
                <a:solidFill>
                  <a:srgbClr val="000000"/>
                </a:solidFill>
                <a:latin typeface="Noto Sans JP"/>
                <a:ea typeface="Noto Sans JP"/>
                <a:cs typeface="Noto Sans JP"/>
                <a:sym typeface="Noto Sans JP"/>
              </a:rPr>
              <a:t>3. </a:t>
            </a:r>
            <a:r>
              <a:rPr kumimoji="1" lang="ja-JP" altLang="en-US" dirty="0">
                <a:latin typeface="メイリオ" panose="020B0604030504040204" pitchFamily="50" charset="-128"/>
                <a:ea typeface="メイリオ" panose="020B0604030504040204" pitchFamily="50" charset="-128"/>
              </a:rPr>
              <a:t>部署課長操作：</a:t>
            </a:r>
            <a:r>
              <a:rPr kumimoji="1" lang="en-US" altLang="ja-JP" dirty="0">
                <a:latin typeface="メイリオ" panose="020B0604030504040204" pitchFamily="50" charset="-128"/>
                <a:ea typeface="メイリオ" panose="020B0604030504040204" pitchFamily="50" charset="-128"/>
              </a:rPr>
              <a:t>P24</a:t>
            </a:r>
            <a:r>
              <a:rPr kumimoji="1" lang="ja-JP" altLang="en-US" dirty="0">
                <a:latin typeface="メイリオ" panose="020B0604030504040204" pitchFamily="50" charset="-128"/>
                <a:ea typeface="メイリオ" panose="020B0604030504040204" pitchFamily="50" charset="-128"/>
              </a:rPr>
              <a:t>～</a:t>
            </a:r>
            <a:r>
              <a:rPr kumimoji="1" lang="en-US" altLang="ja-JP" dirty="0">
                <a:latin typeface="メイリオ" panose="020B0604030504040204" pitchFamily="50" charset="-128"/>
                <a:ea typeface="メイリオ" panose="020B0604030504040204" pitchFamily="50" charset="-128"/>
              </a:rPr>
              <a:t>34</a:t>
            </a:r>
            <a:endParaRPr dirty="0"/>
          </a:p>
        </p:txBody>
      </p:sp>
      <p:sp>
        <p:nvSpPr>
          <p:cNvPr id="100" name="Google Shape;100;p14"/>
          <p:cNvSpPr txBox="1"/>
          <p:nvPr/>
        </p:nvSpPr>
        <p:spPr>
          <a:xfrm>
            <a:off x="4190851" y="3403253"/>
            <a:ext cx="3810297" cy="55399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1800" b="0" i="0" u="none" strike="noStrike" cap="none" dirty="0">
                <a:solidFill>
                  <a:srgbClr val="000000"/>
                </a:solidFill>
                <a:latin typeface="Noto Sans JP"/>
                <a:ea typeface="Noto Sans JP"/>
                <a:cs typeface="Noto Sans JP"/>
                <a:sym typeface="Noto Sans JP"/>
              </a:rPr>
              <a:t>4. </a:t>
            </a:r>
            <a:r>
              <a:rPr lang="ja-JP" altLang="en-US" sz="1800" b="0" i="0" u="none" strike="noStrike" cap="none" dirty="0">
                <a:solidFill>
                  <a:srgbClr val="000000"/>
                </a:solidFill>
                <a:latin typeface="Noto Sans JP"/>
                <a:ea typeface="Noto Sans JP"/>
                <a:cs typeface="Noto Sans JP"/>
                <a:sym typeface="Noto Sans JP"/>
              </a:rPr>
              <a:t>本部課長操作：</a:t>
            </a:r>
            <a:r>
              <a:rPr lang="en-US" altLang="ja-JP" sz="1800" b="0" i="0" u="none" strike="noStrike" cap="none" dirty="0">
                <a:solidFill>
                  <a:srgbClr val="000000"/>
                </a:solidFill>
                <a:latin typeface="Noto Sans JP"/>
                <a:ea typeface="Noto Sans JP"/>
                <a:cs typeface="Noto Sans JP"/>
                <a:sym typeface="Noto Sans JP"/>
              </a:rPr>
              <a:t>P35</a:t>
            </a:r>
            <a:r>
              <a:rPr lang="ja-JP" altLang="en-US" sz="1800" b="0" i="0" u="none" strike="noStrike" cap="none" dirty="0">
                <a:solidFill>
                  <a:srgbClr val="000000"/>
                </a:solidFill>
                <a:latin typeface="Noto Sans JP"/>
                <a:ea typeface="Noto Sans JP"/>
                <a:cs typeface="Noto Sans JP"/>
                <a:sym typeface="Noto Sans JP"/>
              </a:rPr>
              <a:t>～</a:t>
            </a:r>
            <a:r>
              <a:rPr lang="en-US" altLang="ja-JP" sz="1800" b="0" i="0" u="none" strike="noStrike" cap="none" dirty="0">
                <a:solidFill>
                  <a:srgbClr val="000000"/>
                </a:solidFill>
                <a:latin typeface="Noto Sans JP"/>
                <a:ea typeface="Noto Sans JP"/>
                <a:cs typeface="Noto Sans JP"/>
                <a:sym typeface="Noto Sans JP"/>
              </a:rPr>
              <a:t>40</a:t>
            </a:r>
            <a:endParaRPr dirty="0"/>
          </a:p>
        </p:txBody>
      </p:sp>
      <p:sp>
        <p:nvSpPr>
          <p:cNvPr id="101" name="Google Shape;101;p14"/>
          <p:cNvSpPr txBox="1"/>
          <p:nvPr/>
        </p:nvSpPr>
        <p:spPr>
          <a:xfrm>
            <a:off x="4190851" y="3974753"/>
            <a:ext cx="3810297" cy="553998"/>
          </a:xfrm>
          <a:prstGeom prst="rect">
            <a:avLst/>
          </a:prstGeom>
          <a:noFill/>
          <a:ln>
            <a:noFill/>
          </a:ln>
        </p:spPr>
        <p:txBody>
          <a:bodyPr spcFirstLastPara="1" wrap="square" lIns="0" tIns="0" rIns="0" bIns="0" anchor="t" anchorCtr="0">
            <a:spAutoFit/>
          </a:bodyPr>
          <a:lstStyle/>
          <a:p>
            <a:pPr marL="0" marR="0" lvl="0" indent="0" algn="l" rtl="0">
              <a:lnSpc>
                <a:spcPct val="200000"/>
              </a:lnSpc>
              <a:spcBef>
                <a:spcPts val="0"/>
              </a:spcBef>
              <a:spcAft>
                <a:spcPts val="0"/>
              </a:spcAft>
              <a:buNone/>
            </a:pPr>
            <a:r>
              <a:rPr lang="en-US" sz="1800" b="0" i="0" u="none" strike="noStrike" cap="none" dirty="0">
                <a:solidFill>
                  <a:srgbClr val="000000"/>
                </a:solidFill>
                <a:latin typeface="Noto Sans JP"/>
                <a:ea typeface="Noto Sans JP"/>
                <a:cs typeface="Noto Sans JP"/>
                <a:sym typeface="Noto Sans JP"/>
              </a:rPr>
              <a:t>5. </a:t>
            </a:r>
            <a:r>
              <a:rPr lang="ja-JP" altLang="en-US" sz="1800" b="0" i="0" u="none" strike="noStrike" cap="none" dirty="0">
                <a:solidFill>
                  <a:srgbClr val="000000"/>
                </a:solidFill>
                <a:latin typeface="Noto Sans JP"/>
                <a:ea typeface="Noto Sans JP"/>
                <a:cs typeface="Noto Sans JP"/>
                <a:sym typeface="Noto Sans JP"/>
              </a:rPr>
              <a:t>案件を除外：</a:t>
            </a:r>
            <a:r>
              <a:rPr lang="en-US" altLang="ja-JP" sz="1800" b="0" i="0" u="none" strike="noStrike" cap="none" dirty="0">
                <a:solidFill>
                  <a:srgbClr val="000000"/>
                </a:solidFill>
                <a:latin typeface="Noto Sans JP"/>
                <a:ea typeface="Noto Sans JP"/>
                <a:cs typeface="Noto Sans JP"/>
                <a:sym typeface="Noto Sans JP"/>
              </a:rPr>
              <a:t>P41</a:t>
            </a:r>
            <a:r>
              <a:rPr lang="ja-JP" altLang="en-US" sz="1800" b="0" i="0" u="none" strike="noStrike" cap="none" dirty="0">
                <a:solidFill>
                  <a:srgbClr val="000000"/>
                </a:solidFill>
                <a:latin typeface="Noto Sans JP"/>
                <a:ea typeface="Noto Sans JP"/>
                <a:cs typeface="Noto Sans JP"/>
                <a:sym typeface="Noto Sans JP"/>
              </a:rPr>
              <a:t>～</a:t>
            </a:r>
            <a:r>
              <a:rPr lang="en-US" altLang="ja-JP" sz="1800" b="0" i="0" u="none" strike="noStrike" cap="none" dirty="0">
                <a:solidFill>
                  <a:srgbClr val="000000"/>
                </a:solidFill>
                <a:latin typeface="Noto Sans JP"/>
                <a:ea typeface="Noto Sans JP"/>
                <a:cs typeface="Noto Sans JP"/>
                <a:sym typeface="Noto Sans JP"/>
              </a:rPr>
              <a:t>43</a:t>
            </a:r>
            <a:endParaRPr dirty="0"/>
          </a:p>
        </p:txBody>
      </p:sp>
      <p:sp>
        <p:nvSpPr>
          <p:cNvPr id="2" name="スライド番号プレースホルダー 1">
            <a:extLst>
              <a:ext uri="{FF2B5EF4-FFF2-40B4-BE49-F238E27FC236}">
                <a16:creationId xmlns:a16="http://schemas.microsoft.com/office/drawing/2014/main" id="{FA1D1997-A39E-FA06-C640-FFC7A7FEA151}"/>
              </a:ext>
            </a:extLst>
          </p:cNvPr>
          <p:cNvSpPr>
            <a:spLocks noGrp="1"/>
          </p:cNvSpPr>
          <p:nvPr>
            <p:ph type="sldNum" sz="quarter" idx="12"/>
          </p:nvPr>
        </p:nvSpPr>
        <p:spPr/>
        <p:txBody>
          <a:bodyPr/>
          <a:lstStyle/>
          <a:p>
            <a:fld id="{2C80D52C-A15E-4981-8A76-803099B9450A}" type="slidenum">
              <a:rPr kumimoji="1" lang="ja-JP" altLang="en-US" smtClean="0"/>
              <a:t>2</a:t>
            </a:fld>
            <a:endParaRPr kumimoji="1"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F437898-CFA0-E049-1EA0-77A0297E6A95}"/>
              </a:ext>
            </a:extLst>
          </p:cNvPr>
          <p:cNvSpPr txBox="1"/>
          <p:nvPr/>
        </p:nvSpPr>
        <p:spPr>
          <a:xfrm>
            <a:off x="1582994" y="698090"/>
            <a:ext cx="8377083" cy="369332"/>
          </a:xfrm>
          <a:prstGeom prst="rect">
            <a:avLst/>
          </a:prstGeom>
          <a:noFill/>
        </p:spPr>
        <p:txBody>
          <a:bodyPr wrap="square" rtlCol="0">
            <a:spAutoFit/>
          </a:bodyPr>
          <a:lstStyle/>
          <a:p>
            <a:r>
              <a:rPr kumimoji="1" lang="en-US" altLang="ja-JP" dirty="0">
                <a:latin typeface="メイリオ" panose="020B0604030504040204" pitchFamily="50" charset="-128"/>
                <a:ea typeface="メイリオ" panose="020B0604030504040204" pitchFamily="50" charset="-128"/>
              </a:rPr>
              <a:t>1</a:t>
            </a:r>
            <a:r>
              <a:rPr kumimoji="1" lang="ja-JP" altLang="en-US" dirty="0">
                <a:latin typeface="メイリオ" panose="020B0604030504040204" pitchFamily="50" charset="-128"/>
                <a:ea typeface="メイリオ" panose="020B0604030504040204" pitchFamily="50" charset="-128"/>
              </a:rPr>
              <a:t>．ログイン画面</a:t>
            </a:r>
          </a:p>
        </p:txBody>
      </p:sp>
      <p:pic>
        <p:nvPicPr>
          <p:cNvPr id="4" name="図 3" descr="グラフィカル ユーザー インターフェイス, アプリケーション">
            <a:extLst>
              <a:ext uri="{FF2B5EF4-FFF2-40B4-BE49-F238E27FC236}">
                <a16:creationId xmlns:a16="http://schemas.microsoft.com/office/drawing/2014/main" id="{F6B07288-8293-BE04-8EB7-3755058205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6851" y="1184172"/>
            <a:ext cx="9735864" cy="5172178"/>
          </a:xfrm>
          <a:prstGeom prst="rect">
            <a:avLst/>
          </a:prstGeom>
        </p:spPr>
      </p:pic>
      <p:sp>
        <p:nvSpPr>
          <p:cNvPr id="5" name="テキスト ボックス 4">
            <a:extLst>
              <a:ext uri="{FF2B5EF4-FFF2-40B4-BE49-F238E27FC236}">
                <a16:creationId xmlns:a16="http://schemas.microsoft.com/office/drawing/2014/main" id="{13C867BC-ACFE-8D07-1C0F-51E0419FB4BB}"/>
              </a:ext>
            </a:extLst>
          </p:cNvPr>
          <p:cNvSpPr txBox="1"/>
          <p:nvPr/>
        </p:nvSpPr>
        <p:spPr>
          <a:xfrm>
            <a:off x="1700981" y="3916003"/>
            <a:ext cx="3224980" cy="1200329"/>
          </a:xfrm>
          <a:prstGeom prst="rect">
            <a:avLst/>
          </a:prstGeom>
          <a:noFill/>
        </p:spPr>
        <p:txBody>
          <a:bodyPr wrap="square" rtlCol="0">
            <a:spAutoFit/>
          </a:bodyPr>
          <a:lstStyle/>
          <a:p>
            <a:r>
              <a:rPr kumimoji="1" lang="ja-JP" altLang="en-US" dirty="0"/>
              <a:t>テストアカウント一覧にある</a:t>
            </a:r>
            <a:r>
              <a:rPr kumimoji="1" lang="en-US" altLang="ja-JP" dirty="0"/>
              <a:t>ID</a:t>
            </a:r>
            <a:r>
              <a:rPr kumimoji="1" lang="ja-JP" altLang="en-US" dirty="0"/>
              <a:t>とパスワードを入力して</a:t>
            </a:r>
            <a:endParaRPr kumimoji="1" lang="en-US" altLang="ja-JP" dirty="0"/>
          </a:p>
          <a:p>
            <a:r>
              <a:rPr kumimoji="1" lang="ja-JP" altLang="en-US" dirty="0"/>
              <a:t>エンターキーを押すか、ログインボタンをクリック</a:t>
            </a:r>
          </a:p>
        </p:txBody>
      </p:sp>
      <p:sp>
        <p:nvSpPr>
          <p:cNvPr id="6" name="正方形/長方形 5">
            <a:extLst>
              <a:ext uri="{FF2B5EF4-FFF2-40B4-BE49-F238E27FC236}">
                <a16:creationId xmlns:a16="http://schemas.microsoft.com/office/drawing/2014/main" id="{A59497A5-FB64-F29E-3FAC-2E40FE911F90}"/>
              </a:ext>
            </a:extLst>
          </p:cNvPr>
          <p:cNvSpPr/>
          <p:nvPr/>
        </p:nvSpPr>
        <p:spPr>
          <a:xfrm>
            <a:off x="5476568" y="3156155"/>
            <a:ext cx="3451122" cy="205494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スライド番号プレースホルダー 7">
            <a:extLst>
              <a:ext uri="{FF2B5EF4-FFF2-40B4-BE49-F238E27FC236}">
                <a16:creationId xmlns:a16="http://schemas.microsoft.com/office/drawing/2014/main" id="{20D6DADA-6AB5-9AE3-3F62-0FE331984087}"/>
              </a:ext>
            </a:extLst>
          </p:cNvPr>
          <p:cNvSpPr>
            <a:spLocks noGrp="1"/>
          </p:cNvSpPr>
          <p:nvPr>
            <p:ph type="sldNum" sz="quarter" idx="12"/>
          </p:nvPr>
        </p:nvSpPr>
        <p:spPr/>
        <p:txBody>
          <a:bodyPr/>
          <a:lstStyle/>
          <a:p>
            <a:fld id="{2C80D52C-A15E-4981-8A76-803099B9450A}" type="slidenum">
              <a:rPr kumimoji="1" lang="ja-JP" altLang="en-US" smtClean="0"/>
              <a:t>3</a:t>
            </a:fld>
            <a:endParaRPr kumimoji="1" lang="ja-JP" altLang="en-US"/>
          </a:p>
        </p:txBody>
      </p:sp>
    </p:spTree>
    <p:extLst>
      <p:ext uri="{BB962C8B-B14F-4D97-AF65-F5344CB8AC3E}">
        <p14:creationId xmlns:p14="http://schemas.microsoft.com/office/powerpoint/2010/main" val="235206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3898D26D-14FF-90E5-D439-CFAAB5F42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2995" y="1217719"/>
            <a:ext cx="9264761" cy="4921904"/>
          </a:xfrm>
          <a:prstGeom prst="rect">
            <a:avLst/>
          </a:prstGeom>
        </p:spPr>
      </p:pic>
      <p:sp>
        <p:nvSpPr>
          <p:cNvPr id="2" name="テキスト ボックス 1">
            <a:extLst>
              <a:ext uri="{FF2B5EF4-FFF2-40B4-BE49-F238E27FC236}">
                <a16:creationId xmlns:a16="http://schemas.microsoft.com/office/drawing/2014/main" id="{3F437898-CFA0-E049-1EA0-77A0297E6A95}"/>
              </a:ext>
            </a:extLst>
          </p:cNvPr>
          <p:cNvSpPr txBox="1"/>
          <p:nvPr/>
        </p:nvSpPr>
        <p:spPr>
          <a:xfrm>
            <a:off x="1582994" y="698090"/>
            <a:ext cx="8377083" cy="369332"/>
          </a:xfrm>
          <a:prstGeom prst="rect">
            <a:avLst/>
          </a:prstGeom>
          <a:noFill/>
        </p:spPr>
        <p:txBody>
          <a:bodyPr wrap="square" rtlCol="0">
            <a:spAutoFit/>
          </a:bodyPr>
          <a:lstStyle/>
          <a:p>
            <a:r>
              <a:rPr kumimoji="1" lang="en-US" altLang="ja-JP" dirty="0">
                <a:latin typeface="メイリオ" panose="020B0604030504040204" pitchFamily="50" charset="-128"/>
                <a:ea typeface="メイリオ" panose="020B0604030504040204" pitchFamily="50" charset="-128"/>
              </a:rPr>
              <a:t>1</a:t>
            </a:r>
            <a:r>
              <a:rPr kumimoji="1" lang="ja-JP" altLang="en-US" dirty="0">
                <a:latin typeface="メイリオ" panose="020B0604030504040204" pitchFamily="50" charset="-128"/>
                <a:ea typeface="メイリオ" panose="020B0604030504040204" pitchFamily="50" charset="-128"/>
              </a:rPr>
              <a:t>．担当者操作</a:t>
            </a:r>
          </a:p>
        </p:txBody>
      </p:sp>
      <p:sp>
        <p:nvSpPr>
          <p:cNvPr id="8" name="スライド番号プレースホルダー 7">
            <a:extLst>
              <a:ext uri="{FF2B5EF4-FFF2-40B4-BE49-F238E27FC236}">
                <a16:creationId xmlns:a16="http://schemas.microsoft.com/office/drawing/2014/main" id="{20D6DADA-6AB5-9AE3-3F62-0FE331984087}"/>
              </a:ext>
            </a:extLst>
          </p:cNvPr>
          <p:cNvSpPr>
            <a:spLocks noGrp="1"/>
          </p:cNvSpPr>
          <p:nvPr>
            <p:ph type="sldNum" sz="quarter" idx="12"/>
          </p:nvPr>
        </p:nvSpPr>
        <p:spPr/>
        <p:txBody>
          <a:bodyPr/>
          <a:lstStyle/>
          <a:p>
            <a:fld id="{2C80D52C-A15E-4981-8A76-803099B9450A}" type="slidenum">
              <a:rPr kumimoji="1" lang="ja-JP" altLang="en-US" smtClean="0"/>
              <a:t>4</a:t>
            </a:fld>
            <a:endParaRPr kumimoji="1" lang="ja-JP" altLang="en-US"/>
          </a:p>
        </p:txBody>
      </p:sp>
      <p:sp>
        <p:nvSpPr>
          <p:cNvPr id="3" name="テキスト ボックス 2">
            <a:extLst>
              <a:ext uri="{FF2B5EF4-FFF2-40B4-BE49-F238E27FC236}">
                <a16:creationId xmlns:a16="http://schemas.microsoft.com/office/drawing/2014/main" id="{FC1925F0-1CD4-25C3-DDFA-FA57AC21B380}"/>
              </a:ext>
            </a:extLst>
          </p:cNvPr>
          <p:cNvSpPr txBox="1"/>
          <p:nvPr/>
        </p:nvSpPr>
        <p:spPr>
          <a:xfrm>
            <a:off x="5260258" y="4191306"/>
            <a:ext cx="3224980" cy="646331"/>
          </a:xfrm>
          <a:prstGeom prst="rect">
            <a:avLst/>
          </a:prstGeom>
          <a:noFill/>
        </p:spPr>
        <p:txBody>
          <a:bodyPr wrap="square" rtlCol="0">
            <a:spAutoFit/>
          </a:bodyPr>
          <a:lstStyle/>
          <a:p>
            <a:r>
              <a:rPr kumimoji="1" lang="ja-JP" altLang="en-US" dirty="0"/>
              <a:t>最初は何もないため新規登録を押す</a:t>
            </a:r>
          </a:p>
        </p:txBody>
      </p:sp>
      <p:sp>
        <p:nvSpPr>
          <p:cNvPr id="5" name="正方形/長方形 4">
            <a:extLst>
              <a:ext uri="{FF2B5EF4-FFF2-40B4-BE49-F238E27FC236}">
                <a16:creationId xmlns:a16="http://schemas.microsoft.com/office/drawing/2014/main" id="{B2035441-8365-86CA-10A6-E27A0801F565}"/>
              </a:ext>
            </a:extLst>
          </p:cNvPr>
          <p:cNvSpPr/>
          <p:nvPr/>
        </p:nvSpPr>
        <p:spPr>
          <a:xfrm>
            <a:off x="3854246" y="3730352"/>
            <a:ext cx="894735"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F59F2699-CD51-1B5D-90AE-95E59F2CF716}"/>
              </a:ext>
            </a:extLst>
          </p:cNvPr>
          <p:cNvSpPr/>
          <p:nvPr/>
        </p:nvSpPr>
        <p:spPr>
          <a:xfrm>
            <a:off x="1691149" y="2638971"/>
            <a:ext cx="894735"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481D45CE-9A99-7433-4337-D9B000C7C084}"/>
              </a:ext>
            </a:extLst>
          </p:cNvPr>
          <p:cNvSpPr txBox="1"/>
          <p:nvPr/>
        </p:nvSpPr>
        <p:spPr>
          <a:xfrm>
            <a:off x="3382298" y="1920038"/>
            <a:ext cx="3224980" cy="369332"/>
          </a:xfrm>
          <a:prstGeom prst="rect">
            <a:avLst/>
          </a:prstGeom>
          <a:noFill/>
        </p:spPr>
        <p:txBody>
          <a:bodyPr wrap="square" rtlCol="0">
            <a:spAutoFit/>
          </a:bodyPr>
          <a:lstStyle/>
          <a:p>
            <a:r>
              <a:rPr kumimoji="1" lang="ja-JP" altLang="en-US" dirty="0"/>
              <a:t>ログインした人の名前が出る</a:t>
            </a:r>
          </a:p>
        </p:txBody>
      </p:sp>
      <p:cxnSp>
        <p:nvCxnSpPr>
          <p:cNvPr id="11" name="直線矢印コネクタ 10">
            <a:extLst>
              <a:ext uri="{FF2B5EF4-FFF2-40B4-BE49-F238E27FC236}">
                <a16:creationId xmlns:a16="http://schemas.microsoft.com/office/drawing/2014/main" id="{E8FD4862-E53C-A081-BA09-075DCA197C64}"/>
              </a:ext>
            </a:extLst>
          </p:cNvPr>
          <p:cNvCxnSpPr/>
          <p:nvPr/>
        </p:nvCxnSpPr>
        <p:spPr>
          <a:xfrm flipH="1">
            <a:off x="2585884" y="2289370"/>
            <a:ext cx="1818968" cy="542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188121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60907B1-F981-602C-DBCB-AC3766A312E7}"/>
              </a:ext>
            </a:extLst>
          </p:cNvPr>
          <p:cNvSpPr>
            <a:spLocks noGrp="1"/>
          </p:cNvSpPr>
          <p:nvPr>
            <p:ph type="sldNum" sz="quarter" idx="12"/>
          </p:nvPr>
        </p:nvSpPr>
        <p:spPr/>
        <p:txBody>
          <a:bodyPr/>
          <a:lstStyle/>
          <a:p>
            <a:fld id="{2C80D52C-A15E-4981-8A76-803099B9450A}" type="slidenum">
              <a:rPr kumimoji="1" lang="ja-JP" altLang="en-US" smtClean="0"/>
              <a:t>5</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7C4561F2-AA69-E936-E380-C54E320364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4167" y="1129053"/>
            <a:ext cx="9516117" cy="5055437"/>
          </a:xfrm>
          <a:prstGeom prst="rect">
            <a:avLst/>
          </a:prstGeom>
        </p:spPr>
      </p:pic>
      <p:sp>
        <p:nvSpPr>
          <p:cNvPr id="3" name="正方形/長方形 2">
            <a:extLst>
              <a:ext uri="{FF2B5EF4-FFF2-40B4-BE49-F238E27FC236}">
                <a16:creationId xmlns:a16="http://schemas.microsoft.com/office/drawing/2014/main" id="{10BF7461-DFCC-AA27-BB10-DBDDCBAB60AC}"/>
              </a:ext>
            </a:extLst>
          </p:cNvPr>
          <p:cNvSpPr/>
          <p:nvPr/>
        </p:nvSpPr>
        <p:spPr>
          <a:xfrm>
            <a:off x="3795252" y="2442326"/>
            <a:ext cx="1514167"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F88CE1C-8763-8D39-309B-D226E28C5122}"/>
              </a:ext>
            </a:extLst>
          </p:cNvPr>
          <p:cNvSpPr/>
          <p:nvPr/>
        </p:nvSpPr>
        <p:spPr>
          <a:xfrm>
            <a:off x="3795252" y="3059300"/>
            <a:ext cx="6882581" cy="312519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B325246D-6E7A-3AF5-BD13-22AAA077B140}"/>
              </a:ext>
            </a:extLst>
          </p:cNvPr>
          <p:cNvSpPr txBox="1"/>
          <p:nvPr/>
        </p:nvSpPr>
        <p:spPr>
          <a:xfrm>
            <a:off x="6272225" y="2257660"/>
            <a:ext cx="4061478" cy="369332"/>
          </a:xfrm>
          <a:prstGeom prst="rect">
            <a:avLst/>
          </a:prstGeom>
          <a:noFill/>
        </p:spPr>
        <p:txBody>
          <a:bodyPr wrap="square" rtlCol="0">
            <a:spAutoFit/>
          </a:bodyPr>
          <a:lstStyle/>
          <a:p>
            <a:r>
              <a:rPr kumimoji="1" lang="ja-JP" altLang="en-US" dirty="0"/>
              <a:t>必要項目を入力して下にスクロール</a:t>
            </a:r>
          </a:p>
        </p:txBody>
      </p:sp>
    </p:spTree>
    <p:extLst>
      <p:ext uri="{BB962C8B-B14F-4D97-AF65-F5344CB8AC3E}">
        <p14:creationId xmlns:p14="http://schemas.microsoft.com/office/powerpoint/2010/main" val="6481327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EA7EDB-B88F-7456-5276-C493030487F3}"/>
              </a:ext>
            </a:extLst>
          </p:cNvPr>
          <p:cNvSpPr>
            <a:spLocks noGrp="1"/>
          </p:cNvSpPr>
          <p:nvPr>
            <p:ph type="sldNum" sz="quarter" idx="12"/>
          </p:nvPr>
        </p:nvSpPr>
        <p:spPr/>
        <p:txBody>
          <a:bodyPr/>
          <a:lstStyle/>
          <a:p>
            <a:fld id="{2C80D52C-A15E-4981-8A76-803099B9450A}" type="slidenum">
              <a:rPr kumimoji="1" lang="ja-JP" altLang="en-US" smtClean="0"/>
              <a:t>6</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EC8F6406-C475-C94B-9306-CAEF037640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8529" y="1044166"/>
            <a:ext cx="9881419" cy="5249503"/>
          </a:xfrm>
          <a:prstGeom prst="rect">
            <a:avLst/>
          </a:prstGeom>
        </p:spPr>
      </p:pic>
      <p:sp>
        <p:nvSpPr>
          <p:cNvPr id="3" name="正方形/長方形 2">
            <a:extLst>
              <a:ext uri="{FF2B5EF4-FFF2-40B4-BE49-F238E27FC236}">
                <a16:creationId xmlns:a16="http://schemas.microsoft.com/office/drawing/2014/main" id="{BE217847-EE74-C021-A8F4-A62B604DBA39}"/>
              </a:ext>
            </a:extLst>
          </p:cNvPr>
          <p:cNvSpPr/>
          <p:nvPr/>
        </p:nvSpPr>
        <p:spPr>
          <a:xfrm>
            <a:off x="3726426" y="1832726"/>
            <a:ext cx="6843251" cy="1893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8B4B2AB1-8D42-E1FF-B7E0-3DEBB0DDF246}"/>
              </a:ext>
            </a:extLst>
          </p:cNvPr>
          <p:cNvSpPr txBox="1"/>
          <p:nvPr/>
        </p:nvSpPr>
        <p:spPr>
          <a:xfrm>
            <a:off x="5367657" y="4145654"/>
            <a:ext cx="4739904" cy="369332"/>
          </a:xfrm>
          <a:prstGeom prst="rect">
            <a:avLst/>
          </a:prstGeom>
          <a:noFill/>
        </p:spPr>
        <p:txBody>
          <a:bodyPr wrap="square" rtlCol="0">
            <a:spAutoFit/>
          </a:bodyPr>
          <a:lstStyle/>
          <a:p>
            <a:r>
              <a:rPr kumimoji="1" lang="ja-JP" altLang="en-US" dirty="0"/>
              <a:t>報告は進捗状況を書く欄のため入力不要</a:t>
            </a:r>
          </a:p>
        </p:txBody>
      </p:sp>
      <p:sp>
        <p:nvSpPr>
          <p:cNvPr id="6" name="テキスト ボックス 5">
            <a:extLst>
              <a:ext uri="{FF2B5EF4-FFF2-40B4-BE49-F238E27FC236}">
                <a16:creationId xmlns:a16="http://schemas.microsoft.com/office/drawing/2014/main" id="{A7064220-BF9E-8914-C7FE-7D636C000A0A}"/>
              </a:ext>
            </a:extLst>
          </p:cNvPr>
          <p:cNvSpPr txBox="1"/>
          <p:nvPr/>
        </p:nvSpPr>
        <p:spPr>
          <a:xfrm>
            <a:off x="5367657" y="5034995"/>
            <a:ext cx="2517814" cy="369332"/>
          </a:xfrm>
          <a:prstGeom prst="rect">
            <a:avLst/>
          </a:prstGeom>
          <a:noFill/>
        </p:spPr>
        <p:txBody>
          <a:bodyPr wrap="square" rtlCol="0">
            <a:spAutoFit/>
          </a:bodyPr>
          <a:lstStyle/>
          <a:p>
            <a:r>
              <a:rPr kumimoji="1" lang="ja-JP" altLang="en-US" dirty="0"/>
              <a:t>備考は必要に応じて</a:t>
            </a:r>
          </a:p>
        </p:txBody>
      </p:sp>
      <p:sp>
        <p:nvSpPr>
          <p:cNvPr id="7" name="正方形/長方形 6">
            <a:extLst>
              <a:ext uri="{FF2B5EF4-FFF2-40B4-BE49-F238E27FC236}">
                <a16:creationId xmlns:a16="http://schemas.microsoft.com/office/drawing/2014/main" id="{53E52308-9E21-B3CE-8B5A-555CF127944A}"/>
              </a:ext>
            </a:extLst>
          </p:cNvPr>
          <p:cNvSpPr/>
          <p:nvPr/>
        </p:nvSpPr>
        <p:spPr>
          <a:xfrm>
            <a:off x="3726426" y="5404327"/>
            <a:ext cx="1130709" cy="54273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960F72F5-481E-2129-590E-2EF5C1437119}"/>
              </a:ext>
            </a:extLst>
          </p:cNvPr>
          <p:cNvSpPr txBox="1"/>
          <p:nvPr/>
        </p:nvSpPr>
        <p:spPr>
          <a:xfrm>
            <a:off x="1423410" y="4514986"/>
            <a:ext cx="2911860" cy="646331"/>
          </a:xfrm>
          <a:prstGeom prst="rect">
            <a:avLst/>
          </a:prstGeom>
          <a:noFill/>
        </p:spPr>
        <p:txBody>
          <a:bodyPr wrap="square" rtlCol="0">
            <a:spAutoFit/>
          </a:bodyPr>
          <a:lstStyle/>
          <a:p>
            <a:r>
              <a:rPr kumimoji="1" lang="ja-JP" altLang="en-US" dirty="0"/>
              <a:t>いきなり申請が怖い場合は上書き保存ができる</a:t>
            </a:r>
          </a:p>
        </p:txBody>
      </p:sp>
    </p:spTree>
    <p:extLst>
      <p:ext uri="{BB962C8B-B14F-4D97-AF65-F5344CB8AC3E}">
        <p14:creationId xmlns:p14="http://schemas.microsoft.com/office/powerpoint/2010/main" val="10095020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3A278F6-A297-4040-0B76-702C9012B7D1}"/>
              </a:ext>
            </a:extLst>
          </p:cNvPr>
          <p:cNvSpPr>
            <a:spLocks noGrp="1"/>
          </p:cNvSpPr>
          <p:nvPr>
            <p:ph type="sldNum" sz="quarter" idx="12"/>
          </p:nvPr>
        </p:nvSpPr>
        <p:spPr/>
        <p:txBody>
          <a:bodyPr/>
          <a:lstStyle/>
          <a:p>
            <a:fld id="{2C80D52C-A15E-4981-8A76-803099B9450A}" type="slidenum">
              <a:rPr kumimoji="1" lang="ja-JP" altLang="en-US" smtClean="0"/>
              <a:t>7</a:t>
            </a:fld>
            <a:endParaRPr kumimoji="1" lang="ja-JP" altLang="en-US"/>
          </a:p>
        </p:txBody>
      </p:sp>
      <p:pic>
        <p:nvPicPr>
          <p:cNvPr id="4" name="図 3"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39E3B954-5888-EF16-D071-43F521CB67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0640" y="1110774"/>
            <a:ext cx="9874026" cy="5245576"/>
          </a:xfrm>
          <a:prstGeom prst="rect">
            <a:avLst/>
          </a:prstGeom>
        </p:spPr>
      </p:pic>
      <p:sp>
        <p:nvSpPr>
          <p:cNvPr id="3" name="正方形/長方形 2">
            <a:extLst>
              <a:ext uri="{FF2B5EF4-FFF2-40B4-BE49-F238E27FC236}">
                <a16:creationId xmlns:a16="http://schemas.microsoft.com/office/drawing/2014/main" id="{69A92276-B8C3-471D-95FB-9B8C42890EF8}"/>
              </a:ext>
            </a:extLst>
          </p:cNvPr>
          <p:cNvSpPr/>
          <p:nvPr/>
        </p:nvSpPr>
        <p:spPr>
          <a:xfrm>
            <a:off x="3726426" y="3185652"/>
            <a:ext cx="6843251" cy="66859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1519F451-C429-4322-D5D4-FC2EF7CA1E5B}"/>
              </a:ext>
            </a:extLst>
          </p:cNvPr>
          <p:cNvSpPr txBox="1"/>
          <p:nvPr/>
        </p:nvSpPr>
        <p:spPr>
          <a:xfrm>
            <a:off x="5012183" y="4135800"/>
            <a:ext cx="4623430" cy="369332"/>
          </a:xfrm>
          <a:prstGeom prst="rect">
            <a:avLst/>
          </a:prstGeom>
          <a:noFill/>
        </p:spPr>
        <p:txBody>
          <a:bodyPr wrap="square" rtlCol="0">
            <a:spAutoFit/>
          </a:bodyPr>
          <a:lstStyle/>
          <a:p>
            <a:r>
              <a:rPr kumimoji="1" lang="ja-JP" altLang="en-US" dirty="0"/>
              <a:t>保存や申請をするとリストに表示される</a:t>
            </a:r>
          </a:p>
        </p:txBody>
      </p:sp>
    </p:spTree>
    <p:extLst>
      <p:ext uri="{BB962C8B-B14F-4D97-AF65-F5344CB8AC3E}">
        <p14:creationId xmlns:p14="http://schemas.microsoft.com/office/powerpoint/2010/main" val="1624468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3F8BC6BF-F5E9-E5BF-1447-A1769ACEE8BE}"/>
              </a:ext>
            </a:extLst>
          </p:cNvPr>
          <p:cNvSpPr>
            <a:spLocks noGrp="1"/>
          </p:cNvSpPr>
          <p:nvPr>
            <p:ph type="sldNum" sz="quarter" idx="12"/>
          </p:nvPr>
        </p:nvSpPr>
        <p:spPr/>
        <p:txBody>
          <a:bodyPr/>
          <a:lstStyle/>
          <a:p>
            <a:fld id="{2C80D52C-A15E-4981-8A76-803099B9450A}" type="slidenum">
              <a:rPr kumimoji="1" lang="ja-JP" altLang="en-US" smtClean="0"/>
              <a:t>8</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151C98D-36E3-D7FE-B29F-94E496D4A2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1542" y="1096194"/>
            <a:ext cx="9752380" cy="5180952"/>
          </a:xfrm>
          <a:prstGeom prst="rect">
            <a:avLst/>
          </a:prstGeom>
        </p:spPr>
      </p:pic>
      <p:sp>
        <p:nvSpPr>
          <p:cNvPr id="3" name="正方形/長方形 2">
            <a:extLst>
              <a:ext uri="{FF2B5EF4-FFF2-40B4-BE49-F238E27FC236}">
                <a16:creationId xmlns:a16="http://schemas.microsoft.com/office/drawing/2014/main" id="{60E85E7E-747E-0DE5-0F11-31A24D4B094A}"/>
              </a:ext>
            </a:extLst>
          </p:cNvPr>
          <p:cNvSpPr/>
          <p:nvPr/>
        </p:nvSpPr>
        <p:spPr>
          <a:xfrm>
            <a:off x="4011562" y="3234813"/>
            <a:ext cx="6843251" cy="84557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69527B22-4787-D6D3-4A76-AC473C587CF2}"/>
              </a:ext>
            </a:extLst>
          </p:cNvPr>
          <p:cNvSpPr txBox="1"/>
          <p:nvPr/>
        </p:nvSpPr>
        <p:spPr>
          <a:xfrm>
            <a:off x="5002350" y="4322613"/>
            <a:ext cx="5439507" cy="369332"/>
          </a:xfrm>
          <a:prstGeom prst="rect">
            <a:avLst/>
          </a:prstGeom>
          <a:noFill/>
        </p:spPr>
        <p:txBody>
          <a:bodyPr wrap="square" rtlCol="0">
            <a:spAutoFit/>
          </a:bodyPr>
          <a:lstStyle/>
          <a:p>
            <a:r>
              <a:rPr kumimoji="1" lang="ja-JP" altLang="en-US" dirty="0"/>
              <a:t>新たに保存、申請するとリストが下に追加される</a:t>
            </a:r>
          </a:p>
        </p:txBody>
      </p:sp>
    </p:spTree>
    <p:extLst>
      <p:ext uri="{BB962C8B-B14F-4D97-AF65-F5344CB8AC3E}">
        <p14:creationId xmlns:p14="http://schemas.microsoft.com/office/powerpoint/2010/main" val="20902224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B6C1ECD-4CE9-7B49-0D24-1391D11ACC15}"/>
              </a:ext>
            </a:extLst>
          </p:cNvPr>
          <p:cNvSpPr>
            <a:spLocks noGrp="1"/>
          </p:cNvSpPr>
          <p:nvPr>
            <p:ph type="sldNum" sz="quarter" idx="12"/>
          </p:nvPr>
        </p:nvSpPr>
        <p:spPr/>
        <p:txBody>
          <a:bodyPr/>
          <a:lstStyle/>
          <a:p>
            <a:fld id="{2C80D52C-A15E-4981-8A76-803099B9450A}" type="slidenum">
              <a:rPr kumimoji="1" lang="ja-JP" altLang="en-US" smtClean="0"/>
              <a:t>9</a:t>
            </a:fld>
            <a:endParaRPr kumimoji="1" lang="ja-JP" altLang="en-US"/>
          </a:p>
        </p:txBody>
      </p:sp>
      <p:pic>
        <p:nvPicPr>
          <p:cNvPr id="4" name="図 3"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C8D47039-A098-3BC2-BEFE-8E04A03ED8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5176" y="1045907"/>
            <a:ext cx="9752380" cy="5180952"/>
          </a:xfrm>
          <a:prstGeom prst="rect">
            <a:avLst/>
          </a:prstGeom>
        </p:spPr>
      </p:pic>
      <p:sp>
        <p:nvSpPr>
          <p:cNvPr id="3" name="正方形/長方形 2">
            <a:extLst>
              <a:ext uri="{FF2B5EF4-FFF2-40B4-BE49-F238E27FC236}">
                <a16:creationId xmlns:a16="http://schemas.microsoft.com/office/drawing/2014/main" id="{DF249133-6014-68E6-24EB-64F492BE3024}"/>
              </a:ext>
            </a:extLst>
          </p:cNvPr>
          <p:cNvSpPr/>
          <p:nvPr/>
        </p:nvSpPr>
        <p:spPr>
          <a:xfrm>
            <a:off x="1632157" y="2465438"/>
            <a:ext cx="747250" cy="35642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77CE5807-B907-1792-9A2F-EBFF10601BCE}"/>
              </a:ext>
            </a:extLst>
          </p:cNvPr>
          <p:cNvSpPr/>
          <p:nvPr/>
        </p:nvSpPr>
        <p:spPr>
          <a:xfrm>
            <a:off x="3913239" y="3072580"/>
            <a:ext cx="5879689" cy="65384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F64A94C5-1C5D-01E1-1C31-574CC42A02E1}"/>
              </a:ext>
            </a:extLst>
          </p:cNvPr>
          <p:cNvSpPr txBox="1"/>
          <p:nvPr/>
        </p:nvSpPr>
        <p:spPr>
          <a:xfrm>
            <a:off x="3913239" y="1776058"/>
            <a:ext cx="6499122" cy="369332"/>
          </a:xfrm>
          <a:prstGeom prst="rect">
            <a:avLst/>
          </a:prstGeom>
          <a:noFill/>
        </p:spPr>
        <p:txBody>
          <a:bodyPr wrap="square" rtlCol="0">
            <a:spAutoFit/>
          </a:bodyPr>
          <a:lstStyle/>
          <a:p>
            <a:r>
              <a:rPr kumimoji="1" lang="ja-JP" altLang="en-US" dirty="0"/>
              <a:t>違う担当で入ると先ほどの佐藤担当の案件は見えないです</a:t>
            </a:r>
          </a:p>
        </p:txBody>
      </p:sp>
    </p:spTree>
    <p:extLst>
      <p:ext uri="{BB962C8B-B14F-4D97-AF65-F5344CB8AC3E}">
        <p14:creationId xmlns:p14="http://schemas.microsoft.com/office/powerpoint/2010/main" val="86420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62DC175-FBF4-0968-D3AC-1508F62D385E}"/>
              </a:ext>
            </a:extLst>
          </p:cNvPr>
          <p:cNvSpPr>
            <a:spLocks noGrp="1"/>
          </p:cNvSpPr>
          <p:nvPr>
            <p:ph type="sldNum" sz="quarter" idx="12"/>
          </p:nvPr>
        </p:nvSpPr>
        <p:spPr/>
        <p:txBody>
          <a:bodyPr/>
          <a:lstStyle/>
          <a:p>
            <a:fld id="{2C80D52C-A15E-4981-8A76-803099B9450A}" type="slidenum">
              <a:rPr kumimoji="1" lang="ja-JP" altLang="en-US" smtClean="0"/>
              <a:t>10</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0DD602E-ECD9-DE8D-3C12-B4594818DC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19810" y="1175398"/>
            <a:ext cx="9752380" cy="5180952"/>
          </a:xfrm>
          <a:prstGeom prst="rect">
            <a:avLst/>
          </a:prstGeom>
        </p:spPr>
      </p:pic>
      <p:sp>
        <p:nvSpPr>
          <p:cNvPr id="3" name="正方形/長方形 2">
            <a:extLst>
              <a:ext uri="{FF2B5EF4-FFF2-40B4-BE49-F238E27FC236}">
                <a16:creationId xmlns:a16="http://schemas.microsoft.com/office/drawing/2014/main" id="{03DBA8D0-4343-1423-2397-274A96A4A640}"/>
              </a:ext>
            </a:extLst>
          </p:cNvPr>
          <p:cNvSpPr/>
          <p:nvPr/>
        </p:nvSpPr>
        <p:spPr>
          <a:xfrm>
            <a:off x="3873910" y="4551003"/>
            <a:ext cx="5879689" cy="3651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3C1D0940-2CE8-DB7C-2EE2-00A34DC62B37}"/>
              </a:ext>
            </a:extLst>
          </p:cNvPr>
          <p:cNvSpPr txBox="1"/>
          <p:nvPr/>
        </p:nvSpPr>
        <p:spPr>
          <a:xfrm>
            <a:off x="3716593" y="1805554"/>
            <a:ext cx="6194322" cy="646331"/>
          </a:xfrm>
          <a:prstGeom prst="rect">
            <a:avLst/>
          </a:prstGeom>
          <a:noFill/>
        </p:spPr>
        <p:txBody>
          <a:bodyPr wrap="square" rtlCol="0">
            <a:spAutoFit/>
          </a:bodyPr>
          <a:lstStyle/>
          <a:p>
            <a:r>
              <a:rPr kumimoji="1" lang="ja-JP" altLang="en-US" dirty="0"/>
              <a:t>期限日が過ぎた案件は申請前でもリストの色が変わり警告がでます</a:t>
            </a:r>
          </a:p>
        </p:txBody>
      </p:sp>
      <p:sp>
        <p:nvSpPr>
          <p:cNvPr id="6" name="正方形/長方形 5">
            <a:extLst>
              <a:ext uri="{FF2B5EF4-FFF2-40B4-BE49-F238E27FC236}">
                <a16:creationId xmlns:a16="http://schemas.microsoft.com/office/drawing/2014/main" id="{72DE67E5-C830-D71A-60C4-6E1F82DBDDF1}"/>
              </a:ext>
            </a:extLst>
          </p:cNvPr>
          <p:cNvSpPr/>
          <p:nvPr/>
        </p:nvSpPr>
        <p:spPr>
          <a:xfrm>
            <a:off x="3716594" y="3283204"/>
            <a:ext cx="4719484" cy="3651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358711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3C7671C3-7EBF-9E8D-4ED3-046A8196A336}"/>
              </a:ext>
            </a:extLst>
          </p:cNvPr>
          <p:cNvSpPr>
            <a:spLocks noGrp="1"/>
          </p:cNvSpPr>
          <p:nvPr>
            <p:ph type="sldNum" sz="quarter" idx="12"/>
          </p:nvPr>
        </p:nvSpPr>
        <p:spPr/>
        <p:txBody>
          <a:bodyPr/>
          <a:lstStyle/>
          <a:p>
            <a:fld id="{2C80D52C-A15E-4981-8A76-803099B9450A}" type="slidenum">
              <a:rPr kumimoji="1" lang="ja-JP" altLang="en-US" smtClean="0"/>
              <a:t>11</a:t>
            </a:fld>
            <a:endParaRPr kumimoji="1" lang="ja-JP" altLang="en-US"/>
          </a:p>
        </p:txBody>
      </p:sp>
      <p:pic>
        <p:nvPicPr>
          <p:cNvPr id="4" name="図 3"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946D6EAB-33F8-8561-1103-3A1E469BF4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6677" y="1120877"/>
            <a:ext cx="9855008" cy="5235473"/>
          </a:xfrm>
          <a:prstGeom prst="rect">
            <a:avLst/>
          </a:prstGeom>
        </p:spPr>
      </p:pic>
      <p:sp>
        <p:nvSpPr>
          <p:cNvPr id="3" name="正方形/長方形 2">
            <a:extLst>
              <a:ext uri="{FF2B5EF4-FFF2-40B4-BE49-F238E27FC236}">
                <a16:creationId xmlns:a16="http://schemas.microsoft.com/office/drawing/2014/main" id="{5FDA422E-CAE6-3227-1995-86C6BEA25904}"/>
              </a:ext>
            </a:extLst>
          </p:cNvPr>
          <p:cNvSpPr/>
          <p:nvPr/>
        </p:nvSpPr>
        <p:spPr>
          <a:xfrm>
            <a:off x="3598608" y="3738613"/>
            <a:ext cx="2831690" cy="36512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E230F000-A52A-3073-98B4-6992B881EB4C}"/>
              </a:ext>
            </a:extLst>
          </p:cNvPr>
          <p:cNvSpPr txBox="1"/>
          <p:nvPr/>
        </p:nvSpPr>
        <p:spPr>
          <a:xfrm>
            <a:off x="3864078" y="5621893"/>
            <a:ext cx="6194322" cy="646331"/>
          </a:xfrm>
          <a:prstGeom prst="rect">
            <a:avLst/>
          </a:prstGeom>
          <a:noFill/>
        </p:spPr>
        <p:txBody>
          <a:bodyPr wrap="square" rtlCol="0">
            <a:spAutoFit/>
          </a:bodyPr>
          <a:lstStyle/>
          <a:p>
            <a:r>
              <a:rPr kumimoji="1" lang="ja-JP" altLang="en-US" dirty="0"/>
              <a:t>年度初めに決めた確定予算より部署全体の概算予算が多い時は警告が出ます</a:t>
            </a:r>
          </a:p>
        </p:txBody>
      </p:sp>
      <p:cxnSp>
        <p:nvCxnSpPr>
          <p:cNvPr id="7" name="直線矢印コネクタ 6">
            <a:extLst>
              <a:ext uri="{FF2B5EF4-FFF2-40B4-BE49-F238E27FC236}">
                <a16:creationId xmlns:a16="http://schemas.microsoft.com/office/drawing/2014/main" id="{F718BE91-C0FE-BF82-120A-621E6B5695EE}"/>
              </a:ext>
            </a:extLst>
          </p:cNvPr>
          <p:cNvCxnSpPr/>
          <p:nvPr/>
        </p:nvCxnSpPr>
        <p:spPr>
          <a:xfrm flipH="1" flipV="1">
            <a:off x="5142271" y="4103739"/>
            <a:ext cx="1160206" cy="15181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061971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38CC617-B152-70DE-D9F7-E4C4037083D6}"/>
              </a:ext>
            </a:extLst>
          </p:cNvPr>
          <p:cNvSpPr>
            <a:spLocks noGrp="1"/>
          </p:cNvSpPr>
          <p:nvPr>
            <p:ph type="sldNum" sz="quarter" idx="12"/>
          </p:nvPr>
        </p:nvSpPr>
        <p:spPr/>
        <p:txBody>
          <a:bodyPr/>
          <a:lstStyle/>
          <a:p>
            <a:fld id="{2C80D52C-A15E-4981-8A76-803099B9450A}" type="slidenum">
              <a:rPr kumimoji="1" lang="ja-JP" altLang="en-US" smtClean="0"/>
              <a:t>12</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8A923893-4A40-70C6-9AB5-6B11F232E2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7355" y="1163689"/>
            <a:ext cx="9774421" cy="5192661"/>
          </a:xfrm>
          <a:prstGeom prst="rect">
            <a:avLst/>
          </a:prstGeom>
        </p:spPr>
      </p:pic>
      <p:sp>
        <p:nvSpPr>
          <p:cNvPr id="3" name="正方形/長方形 2">
            <a:extLst>
              <a:ext uri="{FF2B5EF4-FFF2-40B4-BE49-F238E27FC236}">
                <a16:creationId xmlns:a16="http://schemas.microsoft.com/office/drawing/2014/main" id="{124593D8-7B39-F28B-B990-B1DC13C5E8D1}"/>
              </a:ext>
            </a:extLst>
          </p:cNvPr>
          <p:cNvSpPr/>
          <p:nvPr/>
        </p:nvSpPr>
        <p:spPr>
          <a:xfrm>
            <a:off x="3677265" y="3246436"/>
            <a:ext cx="7187379" cy="8732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ACC44CE3-B70D-117A-96FB-E250FA81C937}"/>
              </a:ext>
            </a:extLst>
          </p:cNvPr>
          <p:cNvSpPr txBox="1"/>
          <p:nvPr/>
        </p:nvSpPr>
        <p:spPr>
          <a:xfrm>
            <a:off x="3787878" y="1845716"/>
            <a:ext cx="6194322" cy="646331"/>
          </a:xfrm>
          <a:prstGeom prst="rect">
            <a:avLst/>
          </a:prstGeom>
          <a:noFill/>
        </p:spPr>
        <p:txBody>
          <a:bodyPr wrap="square" rtlCol="0">
            <a:spAutoFit/>
          </a:bodyPr>
          <a:lstStyle/>
          <a:p>
            <a:r>
              <a:rPr kumimoji="1" lang="ja-JP" altLang="en-US" dirty="0"/>
              <a:t>目的、案件内容などのキーワード検索、承認中などのステータスでの検索が可能です</a:t>
            </a:r>
          </a:p>
        </p:txBody>
      </p:sp>
    </p:spTree>
    <p:extLst>
      <p:ext uri="{BB962C8B-B14F-4D97-AF65-F5344CB8AC3E}">
        <p14:creationId xmlns:p14="http://schemas.microsoft.com/office/powerpoint/2010/main" val="3291578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EEA7EDB-B88F-7456-5276-C493030487F3}"/>
              </a:ext>
            </a:extLst>
          </p:cNvPr>
          <p:cNvSpPr>
            <a:spLocks noGrp="1"/>
          </p:cNvSpPr>
          <p:nvPr>
            <p:ph type="sldNum" sz="quarter" idx="12"/>
          </p:nvPr>
        </p:nvSpPr>
        <p:spPr/>
        <p:txBody>
          <a:bodyPr/>
          <a:lstStyle/>
          <a:p>
            <a:fld id="{2C80D52C-A15E-4981-8A76-803099B9450A}" type="slidenum">
              <a:rPr kumimoji="1" lang="ja-JP" altLang="en-US" smtClean="0"/>
              <a:t>13</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EC8F6406-C475-C94B-9306-CAEF037640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58529" y="1044166"/>
            <a:ext cx="9881419" cy="5249503"/>
          </a:xfrm>
          <a:prstGeom prst="rect">
            <a:avLst/>
          </a:prstGeom>
        </p:spPr>
      </p:pic>
      <p:sp>
        <p:nvSpPr>
          <p:cNvPr id="7" name="正方形/長方形 6">
            <a:extLst>
              <a:ext uri="{FF2B5EF4-FFF2-40B4-BE49-F238E27FC236}">
                <a16:creationId xmlns:a16="http://schemas.microsoft.com/office/drawing/2014/main" id="{53E52308-9E21-B3CE-8B5A-555CF127944A}"/>
              </a:ext>
            </a:extLst>
          </p:cNvPr>
          <p:cNvSpPr/>
          <p:nvPr/>
        </p:nvSpPr>
        <p:spPr>
          <a:xfrm>
            <a:off x="4788310" y="5394495"/>
            <a:ext cx="1130709" cy="54273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5665839-02BC-B413-4898-11B8C0B590B1}"/>
              </a:ext>
            </a:extLst>
          </p:cNvPr>
          <p:cNvSpPr txBox="1"/>
          <p:nvPr/>
        </p:nvSpPr>
        <p:spPr>
          <a:xfrm>
            <a:off x="3837039" y="3930155"/>
            <a:ext cx="6722805" cy="369332"/>
          </a:xfrm>
          <a:prstGeom prst="rect">
            <a:avLst/>
          </a:prstGeom>
          <a:noFill/>
        </p:spPr>
        <p:txBody>
          <a:bodyPr wrap="square" rtlCol="0">
            <a:spAutoFit/>
          </a:bodyPr>
          <a:lstStyle/>
          <a:p>
            <a:r>
              <a:rPr kumimoji="1" lang="ja-JP" altLang="en-US" dirty="0"/>
              <a:t>内容に問題がなければ「申請する」のボタンを押します</a:t>
            </a:r>
          </a:p>
        </p:txBody>
      </p:sp>
      <p:cxnSp>
        <p:nvCxnSpPr>
          <p:cNvPr id="11" name="直線矢印コネクタ 10">
            <a:extLst>
              <a:ext uri="{FF2B5EF4-FFF2-40B4-BE49-F238E27FC236}">
                <a16:creationId xmlns:a16="http://schemas.microsoft.com/office/drawing/2014/main" id="{50E5D602-57F1-306A-3078-F0DA6DC03AB7}"/>
              </a:ext>
            </a:extLst>
          </p:cNvPr>
          <p:cNvCxnSpPr/>
          <p:nvPr/>
        </p:nvCxnSpPr>
        <p:spPr>
          <a:xfrm flipH="1">
            <a:off x="5496232" y="4299487"/>
            <a:ext cx="1702209" cy="109500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4588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F5D14C3-DC21-626A-DE84-F4166CBFB7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808396"/>
            <a:ext cx="10196052" cy="5416652"/>
          </a:xfrm>
          <a:prstGeom prst="rect">
            <a:avLst/>
          </a:prstGeom>
        </p:spPr>
      </p:pic>
      <p:sp>
        <p:nvSpPr>
          <p:cNvPr id="2" name="スライド番号プレースホルダー 1">
            <a:extLst>
              <a:ext uri="{FF2B5EF4-FFF2-40B4-BE49-F238E27FC236}">
                <a16:creationId xmlns:a16="http://schemas.microsoft.com/office/drawing/2014/main" id="{EDF2FEF8-EEA4-D264-D7E6-12367BD7B8C1}"/>
              </a:ext>
            </a:extLst>
          </p:cNvPr>
          <p:cNvSpPr>
            <a:spLocks noGrp="1"/>
          </p:cNvSpPr>
          <p:nvPr>
            <p:ph type="sldNum" sz="quarter" idx="12"/>
          </p:nvPr>
        </p:nvSpPr>
        <p:spPr/>
        <p:txBody>
          <a:bodyPr/>
          <a:lstStyle/>
          <a:p>
            <a:fld id="{2C80D52C-A15E-4981-8A76-803099B9450A}" type="slidenum">
              <a:rPr kumimoji="1" lang="ja-JP" altLang="en-US" smtClean="0"/>
              <a:t>14</a:t>
            </a:fld>
            <a:endParaRPr kumimoji="1" lang="ja-JP" altLang="en-US"/>
          </a:p>
        </p:txBody>
      </p:sp>
      <p:sp>
        <p:nvSpPr>
          <p:cNvPr id="6" name="テキスト ボックス 5">
            <a:extLst>
              <a:ext uri="{FF2B5EF4-FFF2-40B4-BE49-F238E27FC236}">
                <a16:creationId xmlns:a16="http://schemas.microsoft.com/office/drawing/2014/main" id="{EEFDC9E7-0FA4-65D8-CE8B-8878CC888704}"/>
              </a:ext>
            </a:extLst>
          </p:cNvPr>
          <p:cNvSpPr txBox="1"/>
          <p:nvPr/>
        </p:nvSpPr>
        <p:spPr>
          <a:xfrm>
            <a:off x="4771103" y="4787274"/>
            <a:ext cx="4805516" cy="369332"/>
          </a:xfrm>
          <a:prstGeom prst="rect">
            <a:avLst/>
          </a:prstGeom>
          <a:noFill/>
        </p:spPr>
        <p:txBody>
          <a:bodyPr wrap="square" rtlCol="0">
            <a:spAutoFit/>
          </a:bodyPr>
          <a:lstStyle/>
          <a:p>
            <a:r>
              <a:rPr kumimoji="1" lang="ja-JP" altLang="en-US" dirty="0"/>
              <a:t>課長承認待ちにステータスが変わります</a:t>
            </a:r>
          </a:p>
        </p:txBody>
      </p:sp>
      <p:cxnSp>
        <p:nvCxnSpPr>
          <p:cNvPr id="8" name="直線矢印コネクタ 7">
            <a:extLst>
              <a:ext uri="{FF2B5EF4-FFF2-40B4-BE49-F238E27FC236}">
                <a16:creationId xmlns:a16="http://schemas.microsoft.com/office/drawing/2014/main" id="{4CD86199-9A7B-BF50-F6AF-BFA7E7FAF81A}"/>
              </a:ext>
            </a:extLst>
          </p:cNvPr>
          <p:cNvCxnSpPr>
            <a:cxnSpLocks/>
          </p:cNvCxnSpPr>
          <p:nvPr/>
        </p:nvCxnSpPr>
        <p:spPr>
          <a:xfrm flipV="1">
            <a:off x="6668729" y="3529781"/>
            <a:ext cx="1941871" cy="12438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正方形/長方形 12">
            <a:extLst>
              <a:ext uri="{FF2B5EF4-FFF2-40B4-BE49-F238E27FC236}">
                <a16:creationId xmlns:a16="http://schemas.microsoft.com/office/drawing/2014/main" id="{469FEFBA-0309-3FC6-7913-60D217DEB427}"/>
              </a:ext>
            </a:extLst>
          </p:cNvPr>
          <p:cNvSpPr/>
          <p:nvPr/>
        </p:nvSpPr>
        <p:spPr>
          <a:xfrm>
            <a:off x="8406582" y="3245353"/>
            <a:ext cx="1002890" cy="284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8FC95D1-6ED8-685F-A617-98BC9E8D28EA}"/>
              </a:ext>
            </a:extLst>
          </p:cNvPr>
          <p:cNvSpPr txBox="1"/>
          <p:nvPr/>
        </p:nvSpPr>
        <p:spPr>
          <a:xfrm>
            <a:off x="4771103" y="1701394"/>
            <a:ext cx="4805516" cy="369332"/>
          </a:xfrm>
          <a:prstGeom prst="rect">
            <a:avLst/>
          </a:prstGeom>
          <a:noFill/>
        </p:spPr>
        <p:txBody>
          <a:bodyPr wrap="square" rtlCol="0">
            <a:spAutoFit/>
          </a:bodyPr>
          <a:lstStyle/>
          <a:p>
            <a:r>
              <a:rPr kumimoji="1" lang="ja-JP" altLang="en-US" dirty="0"/>
              <a:t>課長承認待ちの状態で選択すると</a:t>
            </a:r>
            <a:r>
              <a:rPr kumimoji="1" lang="en-US" altLang="ja-JP" dirty="0"/>
              <a:t>…</a:t>
            </a:r>
            <a:endParaRPr kumimoji="1" lang="ja-JP" altLang="en-US" dirty="0"/>
          </a:p>
        </p:txBody>
      </p:sp>
      <p:cxnSp>
        <p:nvCxnSpPr>
          <p:cNvPr id="19" name="直線矢印コネクタ 18">
            <a:extLst>
              <a:ext uri="{FF2B5EF4-FFF2-40B4-BE49-F238E27FC236}">
                <a16:creationId xmlns:a16="http://schemas.microsoft.com/office/drawing/2014/main" id="{066C288D-0F5E-ABD3-B574-7C5DA977306A}"/>
              </a:ext>
            </a:extLst>
          </p:cNvPr>
          <p:cNvCxnSpPr/>
          <p:nvPr/>
        </p:nvCxnSpPr>
        <p:spPr>
          <a:xfrm flipH="1">
            <a:off x="3651456" y="2077533"/>
            <a:ext cx="2710015" cy="12506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017905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1AD12A3-C6B0-E452-5D6F-06A0F97D1EAB}"/>
              </a:ext>
            </a:extLst>
          </p:cNvPr>
          <p:cNvSpPr>
            <a:spLocks noGrp="1"/>
          </p:cNvSpPr>
          <p:nvPr>
            <p:ph type="sldNum" sz="quarter" idx="12"/>
          </p:nvPr>
        </p:nvSpPr>
        <p:spPr/>
        <p:txBody>
          <a:bodyPr/>
          <a:lstStyle/>
          <a:p>
            <a:fld id="{2C80D52C-A15E-4981-8A76-803099B9450A}" type="slidenum">
              <a:rPr kumimoji="1" lang="ja-JP" altLang="en-US" smtClean="0"/>
              <a:t>15</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94217DD7-5883-D90B-0F17-3BB5741077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9347" y="909281"/>
            <a:ext cx="10253306" cy="5447069"/>
          </a:xfrm>
          <a:prstGeom prst="rect">
            <a:avLst/>
          </a:prstGeom>
        </p:spPr>
      </p:pic>
      <p:sp>
        <p:nvSpPr>
          <p:cNvPr id="7" name="テキスト ボックス 6">
            <a:extLst>
              <a:ext uri="{FF2B5EF4-FFF2-40B4-BE49-F238E27FC236}">
                <a16:creationId xmlns:a16="http://schemas.microsoft.com/office/drawing/2014/main" id="{C1F1F35C-7B5F-8030-4532-B52477C7AE45}"/>
              </a:ext>
            </a:extLst>
          </p:cNvPr>
          <p:cNvSpPr txBox="1"/>
          <p:nvPr/>
        </p:nvSpPr>
        <p:spPr>
          <a:xfrm>
            <a:off x="6263150" y="1896590"/>
            <a:ext cx="4011562" cy="646331"/>
          </a:xfrm>
          <a:prstGeom prst="rect">
            <a:avLst/>
          </a:prstGeom>
          <a:noFill/>
        </p:spPr>
        <p:txBody>
          <a:bodyPr wrap="square" rtlCol="0">
            <a:spAutoFit/>
          </a:bodyPr>
          <a:lstStyle/>
          <a:p>
            <a:r>
              <a:rPr kumimoji="1" lang="ja-JP" altLang="en-US" dirty="0"/>
              <a:t>承認待ちになると文字が青くなり入力できなくなります</a:t>
            </a:r>
          </a:p>
        </p:txBody>
      </p:sp>
    </p:spTree>
    <p:extLst>
      <p:ext uri="{BB962C8B-B14F-4D97-AF65-F5344CB8AC3E}">
        <p14:creationId xmlns:p14="http://schemas.microsoft.com/office/powerpoint/2010/main" val="42168695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37AF2C3-AE86-1687-250F-1AB776A91331}"/>
              </a:ext>
            </a:extLst>
          </p:cNvPr>
          <p:cNvSpPr>
            <a:spLocks noGrp="1"/>
          </p:cNvSpPr>
          <p:nvPr>
            <p:ph type="sldNum" sz="quarter" idx="12"/>
          </p:nvPr>
        </p:nvSpPr>
        <p:spPr/>
        <p:txBody>
          <a:bodyPr/>
          <a:lstStyle/>
          <a:p>
            <a:fld id="{2C80D52C-A15E-4981-8A76-803099B9450A}" type="slidenum">
              <a:rPr kumimoji="1" lang="ja-JP" altLang="en-US" smtClean="0"/>
              <a:t>16</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5180A74A-3ED2-635F-FE66-2CC6CC5B58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0932" y="865239"/>
            <a:ext cx="10160768" cy="5397908"/>
          </a:xfrm>
          <a:prstGeom prst="rect">
            <a:avLst/>
          </a:prstGeom>
        </p:spPr>
      </p:pic>
      <p:sp>
        <p:nvSpPr>
          <p:cNvPr id="5" name="テキスト ボックス 4">
            <a:extLst>
              <a:ext uri="{FF2B5EF4-FFF2-40B4-BE49-F238E27FC236}">
                <a16:creationId xmlns:a16="http://schemas.microsoft.com/office/drawing/2014/main" id="{F4F04FFA-2BF7-77A3-D9E4-14DE05B7982E}"/>
              </a:ext>
            </a:extLst>
          </p:cNvPr>
          <p:cNvSpPr txBox="1"/>
          <p:nvPr/>
        </p:nvSpPr>
        <p:spPr>
          <a:xfrm>
            <a:off x="5397911" y="3843377"/>
            <a:ext cx="4011562" cy="369332"/>
          </a:xfrm>
          <a:prstGeom prst="rect">
            <a:avLst/>
          </a:prstGeom>
          <a:noFill/>
        </p:spPr>
        <p:txBody>
          <a:bodyPr wrap="square" rtlCol="0">
            <a:spAutoFit/>
          </a:bodyPr>
          <a:lstStyle/>
          <a:p>
            <a:r>
              <a:rPr kumimoji="1" lang="ja-JP" altLang="en-US" dirty="0"/>
              <a:t>戻るボタンのみ出ます</a:t>
            </a:r>
          </a:p>
        </p:txBody>
      </p:sp>
      <p:sp>
        <p:nvSpPr>
          <p:cNvPr id="6" name="正方形/長方形 5">
            <a:extLst>
              <a:ext uri="{FF2B5EF4-FFF2-40B4-BE49-F238E27FC236}">
                <a16:creationId xmlns:a16="http://schemas.microsoft.com/office/drawing/2014/main" id="{B2406F5B-5C61-BD81-2FB9-05C8E264C7AE}"/>
              </a:ext>
            </a:extLst>
          </p:cNvPr>
          <p:cNvSpPr/>
          <p:nvPr/>
        </p:nvSpPr>
        <p:spPr>
          <a:xfrm>
            <a:off x="3421627" y="5457611"/>
            <a:ext cx="1002890" cy="284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矢印コネクタ 7">
            <a:extLst>
              <a:ext uri="{FF2B5EF4-FFF2-40B4-BE49-F238E27FC236}">
                <a16:creationId xmlns:a16="http://schemas.microsoft.com/office/drawing/2014/main" id="{0A229DBF-A1F2-7219-F381-EE55CB8CEAD7}"/>
              </a:ext>
            </a:extLst>
          </p:cNvPr>
          <p:cNvCxnSpPr/>
          <p:nvPr/>
        </p:nvCxnSpPr>
        <p:spPr>
          <a:xfrm flipH="1">
            <a:off x="4031226" y="4212709"/>
            <a:ext cx="2281084" cy="124490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746711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7FE0E7B-A6FE-47D0-639A-CEEDAE5EB1BA}"/>
              </a:ext>
            </a:extLst>
          </p:cNvPr>
          <p:cNvSpPr>
            <a:spLocks noGrp="1"/>
          </p:cNvSpPr>
          <p:nvPr>
            <p:ph type="sldNum" sz="quarter" idx="12"/>
          </p:nvPr>
        </p:nvSpPr>
        <p:spPr/>
        <p:txBody>
          <a:bodyPr/>
          <a:lstStyle/>
          <a:p>
            <a:fld id="{2C80D52C-A15E-4981-8A76-803099B9450A}" type="slidenum">
              <a:rPr kumimoji="1" lang="ja-JP" altLang="en-US" smtClean="0"/>
              <a:t>17</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7EAE394F-DC79-5AC0-5EB1-D00D676873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5542" y="904568"/>
            <a:ext cx="10262178" cy="5451782"/>
          </a:xfrm>
          <a:prstGeom prst="rect">
            <a:avLst/>
          </a:prstGeom>
        </p:spPr>
      </p:pic>
      <p:sp>
        <p:nvSpPr>
          <p:cNvPr id="5" name="正方形/長方形 4">
            <a:extLst>
              <a:ext uri="{FF2B5EF4-FFF2-40B4-BE49-F238E27FC236}">
                <a16:creationId xmlns:a16="http://schemas.microsoft.com/office/drawing/2014/main" id="{5F2B4734-72EE-1ED6-111E-FF80C36DEA28}"/>
              </a:ext>
            </a:extLst>
          </p:cNvPr>
          <p:cNvSpPr/>
          <p:nvPr/>
        </p:nvSpPr>
        <p:spPr>
          <a:xfrm>
            <a:off x="3578943" y="4326195"/>
            <a:ext cx="4434348" cy="3048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845D4A51-CED7-3DA4-4F87-9696220B2387}"/>
              </a:ext>
            </a:extLst>
          </p:cNvPr>
          <p:cNvSpPr txBox="1"/>
          <p:nvPr/>
        </p:nvSpPr>
        <p:spPr>
          <a:xfrm>
            <a:off x="3866536" y="5434490"/>
            <a:ext cx="6722805" cy="646331"/>
          </a:xfrm>
          <a:prstGeom prst="rect">
            <a:avLst/>
          </a:prstGeom>
          <a:noFill/>
        </p:spPr>
        <p:txBody>
          <a:bodyPr wrap="square" rtlCol="0">
            <a:spAutoFit/>
          </a:bodyPr>
          <a:lstStyle/>
          <a:p>
            <a:r>
              <a:rPr kumimoji="1" lang="ja-JP" altLang="en-US" dirty="0"/>
              <a:t>申請したが理由があって差し戻された場合は備考に自動で内容が入って戻ってきます。その場合は編集が可能になります。</a:t>
            </a:r>
          </a:p>
        </p:txBody>
      </p:sp>
    </p:spTree>
    <p:extLst>
      <p:ext uri="{BB962C8B-B14F-4D97-AF65-F5344CB8AC3E}">
        <p14:creationId xmlns:p14="http://schemas.microsoft.com/office/powerpoint/2010/main" val="484526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1C757F5-05F4-68B4-389C-9839A8EC9B85}"/>
              </a:ext>
            </a:extLst>
          </p:cNvPr>
          <p:cNvSpPr>
            <a:spLocks noGrp="1"/>
          </p:cNvSpPr>
          <p:nvPr>
            <p:ph type="sldNum" sz="quarter" idx="12"/>
          </p:nvPr>
        </p:nvSpPr>
        <p:spPr/>
        <p:txBody>
          <a:bodyPr/>
          <a:lstStyle/>
          <a:p>
            <a:fld id="{2C80D52C-A15E-4981-8A76-803099B9450A}" type="slidenum">
              <a:rPr kumimoji="1" lang="ja-JP" altLang="en-US" smtClean="0"/>
              <a:t>18</a:t>
            </a:fld>
            <a:endParaRPr kumimoji="1" lang="ja-JP" altLang="en-US"/>
          </a:p>
        </p:txBody>
      </p:sp>
      <p:pic>
        <p:nvPicPr>
          <p:cNvPr id="6" name="図 5" descr="グラフィカル ユーザー インターフェイス, テキスト, アプリケーション&#10;&#10;AI によって生成されたコンテンツは間違っている可能性があります。">
            <a:extLst>
              <a:ext uri="{FF2B5EF4-FFF2-40B4-BE49-F238E27FC236}">
                <a16:creationId xmlns:a16="http://schemas.microsoft.com/office/drawing/2014/main" id="{3F74717A-56CD-213F-9CD3-D161ED265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5239" y="697169"/>
            <a:ext cx="10412360" cy="5531566"/>
          </a:xfrm>
          <a:prstGeom prst="rect">
            <a:avLst/>
          </a:prstGeom>
        </p:spPr>
      </p:pic>
      <p:sp>
        <p:nvSpPr>
          <p:cNvPr id="7" name="正方形/長方形 6">
            <a:extLst>
              <a:ext uri="{FF2B5EF4-FFF2-40B4-BE49-F238E27FC236}">
                <a16:creationId xmlns:a16="http://schemas.microsoft.com/office/drawing/2014/main" id="{D271E92E-3C53-0CB2-96E5-E157FF972D35}"/>
              </a:ext>
            </a:extLst>
          </p:cNvPr>
          <p:cNvSpPr/>
          <p:nvPr/>
        </p:nvSpPr>
        <p:spPr>
          <a:xfrm>
            <a:off x="9881420" y="3234813"/>
            <a:ext cx="609599" cy="77674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11DE437-1090-F55B-98D1-451C05F8A916}"/>
              </a:ext>
            </a:extLst>
          </p:cNvPr>
          <p:cNvSpPr txBox="1"/>
          <p:nvPr/>
        </p:nvSpPr>
        <p:spPr>
          <a:xfrm>
            <a:off x="3768214" y="4598749"/>
            <a:ext cx="6722805" cy="369332"/>
          </a:xfrm>
          <a:prstGeom prst="rect">
            <a:avLst/>
          </a:prstGeom>
          <a:noFill/>
        </p:spPr>
        <p:txBody>
          <a:bodyPr wrap="square" rtlCol="0">
            <a:spAutoFit/>
          </a:bodyPr>
          <a:lstStyle/>
          <a:p>
            <a:r>
              <a:rPr kumimoji="1" lang="ja-JP" altLang="en-US" dirty="0"/>
              <a:t>本部で承認された案件は承認済にステータスが変わります</a:t>
            </a:r>
          </a:p>
        </p:txBody>
      </p:sp>
    </p:spTree>
    <p:extLst>
      <p:ext uri="{BB962C8B-B14F-4D97-AF65-F5344CB8AC3E}">
        <p14:creationId xmlns:p14="http://schemas.microsoft.com/office/powerpoint/2010/main" val="24545850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6334A2A-5BA7-C138-01BD-E49CFDC16D1C}"/>
              </a:ext>
            </a:extLst>
          </p:cNvPr>
          <p:cNvSpPr>
            <a:spLocks noGrp="1"/>
          </p:cNvSpPr>
          <p:nvPr>
            <p:ph type="sldNum" sz="quarter" idx="12"/>
          </p:nvPr>
        </p:nvSpPr>
        <p:spPr/>
        <p:txBody>
          <a:bodyPr/>
          <a:lstStyle/>
          <a:p>
            <a:fld id="{2C80D52C-A15E-4981-8A76-803099B9450A}" type="slidenum">
              <a:rPr kumimoji="1" lang="ja-JP" altLang="en-US" smtClean="0"/>
              <a:t>19</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10C00CE8-5752-BAC8-F3C0-59F36E6C4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3762" y="717755"/>
            <a:ext cx="10385179" cy="5517126"/>
          </a:xfrm>
          <a:prstGeom prst="rect">
            <a:avLst/>
          </a:prstGeom>
        </p:spPr>
      </p:pic>
      <p:sp>
        <p:nvSpPr>
          <p:cNvPr id="5" name="テキスト ボックス 4">
            <a:extLst>
              <a:ext uri="{FF2B5EF4-FFF2-40B4-BE49-F238E27FC236}">
                <a16:creationId xmlns:a16="http://schemas.microsoft.com/office/drawing/2014/main" id="{09D2941B-EB4A-0B24-65DB-352FD930E150}"/>
              </a:ext>
            </a:extLst>
          </p:cNvPr>
          <p:cNvSpPr txBox="1"/>
          <p:nvPr/>
        </p:nvSpPr>
        <p:spPr>
          <a:xfrm>
            <a:off x="3630563" y="4844555"/>
            <a:ext cx="6722805" cy="369332"/>
          </a:xfrm>
          <a:prstGeom prst="rect">
            <a:avLst/>
          </a:prstGeom>
          <a:noFill/>
        </p:spPr>
        <p:txBody>
          <a:bodyPr wrap="square" rtlCol="0">
            <a:spAutoFit/>
          </a:bodyPr>
          <a:lstStyle/>
          <a:p>
            <a:r>
              <a:rPr kumimoji="1" lang="ja-JP" altLang="en-US" dirty="0"/>
              <a:t>承認済は、実績金額、進捗、報告、備考のみ入力できます</a:t>
            </a:r>
          </a:p>
        </p:txBody>
      </p:sp>
    </p:spTree>
    <p:extLst>
      <p:ext uri="{BB962C8B-B14F-4D97-AF65-F5344CB8AC3E}">
        <p14:creationId xmlns:p14="http://schemas.microsoft.com/office/powerpoint/2010/main" val="38945936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FB59CC0-2C74-D879-3DC5-B335F9EBFD0C}"/>
              </a:ext>
            </a:extLst>
          </p:cNvPr>
          <p:cNvSpPr>
            <a:spLocks noGrp="1"/>
          </p:cNvSpPr>
          <p:nvPr>
            <p:ph type="sldNum" sz="quarter" idx="12"/>
          </p:nvPr>
        </p:nvSpPr>
        <p:spPr/>
        <p:txBody>
          <a:bodyPr/>
          <a:lstStyle/>
          <a:p>
            <a:fld id="{2C80D52C-A15E-4981-8A76-803099B9450A}" type="slidenum">
              <a:rPr kumimoji="1" lang="ja-JP" altLang="en-US" smtClean="0"/>
              <a:t>20</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C43648C5-D555-6A07-4979-0FF8092919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991" y="786827"/>
            <a:ext cx="10483809" cy="5569523"/>
          </a:xfrm>
          <a:prstGeom prst="rect">
            <a:avLst/>
          </a:prstGeom>
        </p:spPr>
      </p:pic>
    </p:spTree>
    <p:extLst>
      <p:ext uri="{BB962C8B-B14F-4D97-AF65-F5344CB8AC3E}">
        <p14:creationId xmlns:p14="http://schemas.microsoft.com/office/powerpoint/2010/main" val="9218073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7E902FD-1FF3-EC00-84DC-4CF534224980}"/>
              </a:ext>
            </a:extLst>
          </p:cNvPr>
          <p:cNvSpPr>
            <a:spLocks noGrp="1"/>
          </p:cNvSpPr>
          <p:nvPr>
            <p:ph type="sldNum" sz="quarter" idx="12"/>
          </p:nvPr>
        </p:nvSpPr>
        <p:spPr/>
        <p:txBody>
          <a:bodyPr/>
          <a:lstStyle/>
          <a:p>
            <a:fld id="{2C80D52C-A15E-4981-8A76-803099B9450A}" type="slidenum">
              <a:rPr kumimoji="1" lang="ja-JP" altLang="en-US" smtClean="0"/>
              <a:t>21</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6518AE7E-2C98-8D80-EB47-CCA2D5EBC7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4095" y="644238"/>
            <a:ext cx="10483809" cy="5569523"/>
          </a:xfrm>
          <a:prstGeom prst="rect">
            <a:avLst/>
          </a:prstGeom>
        </p:spPr>
      </p:pic>
      <p:sp>
        <p:nvSpPr>
          <p:cNvPr id="5" name="テキスト ボックス 4">
            <a:extLst>
              <a:ext uri="{FF2B5EF4-FFF2-40B4-BE49-F238E27FC236}">
                <a16:creationId xmlns:a16="http://schemas.microsoft.com/office/drawing/2014/main" id="{29473D3F-223C-3A53-CD74-D5F949614491}"/>
              </a:ext>
            </a:extLst>
          </p:cNvPr>
          <p:cNvSpPr txBox="1"/>
          <p:nvPr/>
        </p:nvSpPr>
        <p:spPr>
          <a:xfrm>
            <a:off x="4053350" y="4795394"/>
            <a:ext cx="6722805" cy="646331"/>
          </a:xfrm>
          <a:prstGeom prst="rect">
            <a:avLst/>
          </a:prstGeom>
          <a:noFill/>
        </p:spPr>
        <p:txBody>
          <a:bodyPr wrap="square" rtlCol="0">
            <a:spAutoFit/>
          </a:bodyPr>
          <a:lstStyle/>
          <a:p>
            <a:r>
              <a:rPr kumimoji="1" lang="ja-JP" altLang="en-US" dirty="0"/>
              <a:t>作業が完了したら、進捗を</a:t>
            </a:r>
            <a:r>
              <a:rPr kumimoji="1" lang="en-US" altLang="ja-JP" dirty="0"/>
              <a:t>100%</a:t>
            </a:r>
            <a:r>
              <a:rPr kumimoji="1" lang="ja-JP" altLang="en-US" dirty="0"/>
              <a:t>にして実績金額と報告を入力してください</a:t>
            </a:r>
          </a:p>
        </p:txBody>
      </p:sp>
    </p:spTree>
    <p:extLst>
      <p:ext uri="{BB962C8B-B14F-4D97-AF65-F5344CB8AC3E}">
        <p14:creationId xmlns:p14="http://schemas.microsoft.com/office/powerpoint/2010/main" val="6960868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19C9135-71B6-C20B-B3A5-CC6EC0F2DD4F}"/>
              </a:ext>
            </a:extLst>
          </p:cNvPr>
          <p:cNvSpPr>
            <a:spLocks noGrp="1"/>
          </p:cNvSpPr>
          <p:nvPr>
            <p:ph type="sldNum" sz="quarter" idx="12"/>
          </p:nvPr>
        </p:nvSpPr>
        <p:spPr/>
        <p:txBody>
          <a:bodyPr/>
          <a:lstStyle/>
          <a:p>
            <a:fld id="{2C80D52C-A15E-4981-8A76-803099B9450A}" type="slidenum">
              <a:rPr kumimoji="1" lang="ja-JP" altLang="en-US" smtClean="0"/>
              <a:t>22</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3779F72E-F12F-9F38-8700-5C9E705219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3284" y="767326"/>
            <a:ext cx="10520516" cy="5589024"/>
          </a:xfrm>
          <a:prstGeom prst="rect">
            <a:avLst/>
          </a:prstGeom>
        </p:spPr>
      </p:pic>
      <p:sp>
        <p:nvSpPr>
          <p:cNvPr id="5" name="正方形/長方形 4">
            <a:extLst>
              <a:ext uri="{FF2B5EF4-FFF2-40B4-BE49-F238E27FC236}">
                <a16:creationId xmlns:a16="http://schemas.microsoft.com/office/drawing/2014/main" id="{D7A98EA9-0605-D347-79CA-7FEE2EB8896C}"/>
              </a:ext>
            </a:extLst>
          </p:cNvPr>
          <p:cNvSpPr/>
          <p:nvPr/>
        </p:nvSpPr>
        <p:spPr>
          <a:xfrm>
            <a:off x="3500284" y="5313926"/>
            <a:ext cx="3716593" cy="4871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78C867F-7BC0-5789-81DB-8B7382C47ECD}"/>
              </a:ext>
            </a:extLst>
          </p:cNvPr>
          <p:cNvSpPr txBox="1"/>
          <p:nvPr/>
        </p:nvSpPr>
        <p:spPr>
          <a:xfrm>
            <a:off x="2961969" y="983603"/>
            <a:ext cx="6722805" cy="646331"/>
          </a:xfrm>
          <a:prstGeom prst="rect">
            <a:avLst/>
          </a:prstGeom>
          <a:noFill/>
        </p:spPr>
        <p:txBody>
          <a:bodyPr wrap="square" rtlCol="0">
            <a:spAutoFit/>
          </a:bodyPr>
          <a:lstStyle/>
          <a:p>
            <a:r>
              <a:rPr kumimoji="1" lang="ja-JP" altLang="en-US" dirty="0"/>
              <a:t>進捗が</a:t>
            </a:r>
            <a:r>
              <a:rPr kumimoji="1" lang="en-US" altLang="ja-JP" dirty="0"/>
              <a:t>100</a:t>
            </a:r>
            <a:r>
              <a:rPr kumimoji="1" lang="ja-JP" altLang="en-US" dirty="0"/>
              <a:t>％で報告に何も書いていない場合、警告が出て更新できません。必ず入力してください</a:t>
            </a:r>
          </a:p>
        </p:txBody>
      </p:sp>
      <p:cxnSp>
        <p:nvCxnSpPr>
          <p:cNvPr id="8" name="直線矢印コネクタ 7">
            <a:extLst>
              <a:ext uri="{FF2B5EF4-FFF2-40B4-BE49-F238E27FC236}">
                <a16:creationId xmlns:a16="http://schemas.microsoft.com/office/drawing/2014/main" id="{7685C6CD-A6E0-059E-96C5-B3ADF9F047AE}"/>
              </a:ext>
            </a:extLst>
          </p:cNvPr>
          <p:cNvCxnSpPr/>
          <p:nvPr/>
        </p:nvCxnSpPr>
        <p:spPr>
          <a:xfrm flipH="1">
            <a:off x="5034116" y="1691148"/>
            <a:ext cx="855407" cy="36227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直線矢印コネクタ 9">
            <a:extLst>
              <a:ext uri="{FF2B5EF4-FFF2-40B4-BE49-F238E27FC236}">
                <a16:creationId xmlns:a16="http://schemas.microsoft.com/office/drawing/2014/main" id="{7E90FDDE-F14D-175B-8B77-7393F54CC182}"/>
              </a:ext>
            </a:extLst>
          </p:cNvPr>
          <p:cNvCxnSpPr/>
          <p:nvPr/>
        </p:nvCxnSpPr>
        <p:spPr>
          <a:xfrm>
            <a:off x="6862916" y="1445342"/>
            <a:ext cx="2222090" cy="3539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390546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08AB55BC-D8E5-176D-4B82-909171DDB021}"/>
              </a:ext>
            </a:extLst>
          </p:cNvPr>
          <p:cNvSpPr>
            <a:spLocks noGrp="1"/>
          </p:cNvSpPr>
          <p:nvPr>
            <p:ph type="sldNum" sz="quarter" idx="12"/>
          </p:nvPr>
        </p:nvSpPr>
        <p:spPr/>
        <p:txBody>
          <a:bodyPr/>
          <a:lstStyle/>
          <a:p>
            <a:fld id="{2C80D52C-A15E-4981-8A76-803099B9450A}" type="slidenum">
              <a:rPr kumimoji="1" lang="ja-JP" altLang="en-US" smtClean="0"/>
              <a:t>23</a:t>
            </a:fld>
            <a:endParaRPr kumimoji="1" lang="ja-JP" altLang="en-US"/>
          </a:p>
        </p:txBody>
      </p:sp>
      <p:pic>
        <p:nvPicPr>
          <p:cNvPr id="6" name="図 5"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CAF1E31C-4DE7-F6F0-CFA1-6F8F372478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991" y="786827"/>
            <a:ext cx="10483809" cy="5569523"/>
          </a:xfrm>
          <a:prstGeom prst="rect">
            <a:avLst/>
          </a:prstGeom>
        </p:spPr>
      </p:pic>
      <p:sp>
        <p:nvSpPr>
          <p:cNvPr id="7" name="正方形/長方形 6">
            <a:extLst>
              <a:ext uri="{FF2B5EF4-FFF2-40B4-BE49-F238E27FC236}">
                <a16:creationId xmlns:a16="http://schemas.microsoft.com/office/drawing/2014/main" id="{035FCCAB-9097-BD65-5D0E-0EBAF1455154}"/>
              </a:ext>
            </a:extLst>
          </p:cNvPr>
          <p:cNvSpPr/>
          <p:nvPr/>
        </p:nvSpPr>
        <p:spPr>
          <a:xfrm>
            <a:off x="9261987" y="3328036"/>
            <a:ext cx="963561" cy="26073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DCB7EC8-3DBC-2275-7800-6F1135D12691}"/>
              </a:ext>
            </a:extLst>
          </p:cNvPr>
          <p:cNvSpPr txBox="1"/>
          <p:nvPr/>
        </p:nvSpPr>
        <p:spPr>
          <a:xfrm>
            <a:off x="3748550" y="1411100"/>
            <a:ext cx="6722805" cy="646331"/>
          </a:xfrm>
          <a:prstGeom prst="rect">
            <a:avLst/>
          </a:prstGeom>
          <a:noFill/>
        </p:spPr>
        <p:txBody>
          <a:bodyPr wrap="square" rtlCol="0">
            <a:spAutoFit/>
          </a:bodyPr>
          <a:lstStyle/>
          <a:p>
            <a:r>
              <a:rPr kumimoji="1" lang="ja-JP" altLang="en-US" dirty="0"/>
              <a:t>報告が完了するとステータスが変更され以降は内容を変更できません</a:t>
            </a:r>
          </a:p>
        </p:txBody>
      </p:sp>
      <p:cxnSp>
        <p:nvCxnSpPr>
          <p:cNvPr id="10" name="直線矢印コネクタ 9">
            <a:extLst>
              <a:ext uri="{FF2B5EF4-FFF2-40B4-BE49-F238E27FC236}">
                <a16:creationId xmlns:a16="http://schemas.microsoft.com/office/drawing/2014/main" id="{04D7E523-3D86-6938-1FD8-744222A6AC53}"/>
              </a:ext>
            </a:extLst>
          </p:cNvPr>
          <p:cNvCxnSpPr/>
          <p:nvPr/>
        </p:nvCxnSpPr>
        <p:spPr>
          <a:xfrm>
            <a:off x="7109952" y="1734265"/>
            <a:ext cx="2417506" cy="159377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938193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descr="グラフィカル ユーザー インターフェイス, アプリケーション, テーブル&#10;&#10;AI によって生成されたコンテンツは間違っている可能性があります。">
            <a:extLst>
              <a:ext uri="{FF2B5EF4-FFF2-40B4-BE49-F238E27FC236}">
                <a16:creationId xmlns:a16="http://schemas.microsoft.com/office/drawing/2014/main" id="{F01E1186-93D6-06BC-A294-2E6C450B9C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786827"/>
            <a:ext cx="10483809" cy="5569523"/>
          </a:xfrm>
          <a:prstGeom prst="rect">
            <a:avLst/>
          </a:prstGeom>
        </p:spPr>
      </p:pic>
      <p:sp>
        <p:nvSpPr>
          <p:cNvPr id="2" name="テキスト ボックス 1">
            <a:extLst>
              <a:ext uri="{FF2B5EF4-FFF2-40B4-BE49-F238E27FC236}">
                <a16:creationId xmlns:a16="http://schemas.microsoft.com/office/drawing/2014/main" id="{3F437898-CFA0-E049-1EA0-77A0297E6A95}"/>
              </a:ext>
            </a:extLst>
          </p:cNvPr>
          <p:cNvSpPr txBox="1"/>
          <p:nvPr/>
        </p:nvSpPr>
        <p:spPr>
          <a:xfrm>
            <a:off x="806409" y="422569"/>
            <a:ext cx="8377083" cy="369332"/>
          </a:xfrm>
          <a:prstGeom prst="rect">
            <a:avLst/>
          </a:prstGeom>
          <a:noFill/>
        </p:spPr>
        <p:txBody>
          <a:bodyPr wrap="square" rtlCol="0">
            <a:spAutoFit/>
          </a:bodyPr>
          <a:lstStyle/>
          <a:p>
            <a:r>
              <a:rPr kumimoji="1" lang="en-US" altLang="ja-JP" dirty="0">
                <a:latin typeface="メイリオ" panose="020B0604030504040204" pitchFamily="50" charset="-128"/>
                <a:ea typeface="メイリオ" panose="020B0604030504040204" pitchFamily="50" charset="-128"/>
              </a:rPr>
              <a:t>3</a:t>
            </a:r>
            <a:r>
              <a:rPr kumimoji="1" lang="ja-JP" altLang="en-US" dirty="0">
                <a:latin typeface="メイリオ" panose="020B0604030504040204" pitchFamily="50" charset="-128"/>
                <a:ea typeface="メイリオ" panose="020B0604030504040204" pitchFamily="50" charset="-128"/>
              </a:rPr>
              <a:t>．部署課長操作</a:t>
            </a:r>
          </a:p>
        </p:txBody>
      </p:sp>
      <p:sp>
        <p:nvSpPr>
          <p:cNvPr id="8" name="スライド番号プレースホルダー 7">
            <a:extLst>
              <a:ext uri="{FF2B5EF4-FFF2-40B4-BE49-F238E27FC236}">
                <a16:creationId xmlns:a16="http://schemas.microsoft.com/office/drawing/2014/main" id="{20D6DADA-6AB5-9AE3-3F62-0FE331984087}"/>
              </a:ext>
            </a:extLst>
          </p:cNvPr>
          <p:cNvSpPr>
            <a:spLocks noGrp="1"/>
          </p:cNvSpPr>
          <p:nvPr>
            <p:ph type="sldNum" sz="quarter" idx="12"/>
          </p:nvPr>
        </p:nvSpPr>
        <p:spPr/>
        <p:txBody>
          <a:bodyPr/>
          <a:lstStyle/>
          <a:p>
            <a:fld id="{2C80D52C-A15E-4981-8A76-803099B9450A}" type="slidenum">
              <a:rPr kumimoji="1" lang="ja-JP" altLang="en-US" smtClean="0"/>
              <a:t>24</a:t>
            </a:fld>
            <a:endParaRPr kumimoji="1" lang="ja-JP" altLang="en-US"/>
          </a:p>
        </p:txBody>
      </p:sp>
      <p:sp>
        <p:nvSpPr>
          <p:cNvPr id="3" name="テキスト ボックス 2">
            <a:extLst>
              <a:ext uri="{FF2B5EF4-FFF2-40B4-BE49-F238E27FC236}">
                <a16:creationId xmlns:a16="http://schemas.microsoft.com/office/drawing/2014/main" id="{FC1925F0-1CD4-25C3-DDFA-FA57AC21B380}"/>
              </a:ext>
            </a:extLst>
          </p:cNvPr>
          <p:cNvSpPr txBox="1"/>
          <p:nvPr/>
        </p:nvSpPr>
        <p:spPr>
          <a:xfrm>
            <a:off x="5260258" y="2401760"/>
            <a:ext cx="3765755" cy="369332"/>
          </a:xfrm>
          <a:prstGeom prst="rect">
            <a:avLst/>
          </a:prstGeom>
          <a:noFill/>
        </p:spPr>
        <p:txBody>
          <a:bodyPr wrap="square" rtlCol="0">
            <a:spAutoFit/>
          </a:bodyPr>
          <a:lstStyle/>
          <a:p>
            <a:r>
              <a:rPr kumimoji="1" lang="ja-JP" altLang="en-US" dirty="0"/>
              <a:t>部下全員の内容がリストで出ます</a:t>
            </a:r>
          </a:p>
        </p:txBody>
      </p:sp>
      <p:sp>
        <p:nvSpPr>
          <p:cNvPr id="6" name="正方形/長方形 5">
            <a:extLst>
              <a:ext uri="{FF2B5EF4-FFF2-40B4-BE49-F238E27FC236}">
                <a16:creationId xmlns:a16="http://schemas.microsoft.com/office/drawing/2014/main" id="{F59F2699-CD51-1B5D-90AE-95E59F2CF716}"/>
              </a:ext>
            </a:extLst>
          </p:cNvPr>
          <p:cNvSpPr/>
          <p:nvPr/>
        </p:nvSpPr>
        <p:spPr>
          <a:xfrm>
            <a:off x="9088611" y="3288890"/>
            <a:ext cx="893589"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591F9101-E136-38D3-18BC-BE1539037BC2}"/>
              </a:ext>
            </a:extLst>
          </p:cNvPr>
          <p:cNvSpPr txBox="1"/>
          <p:nvPr/>
        </p:nvSpPr>
        <p:spPr>
          <a:xfrm>
            <a:off x="5260258" y="4379055"/>
            <a:ext cx="2979174" cy="369332"/>
          </a:xfrm>
          <a:prstGeom prst="rect">
            <a:avLst/>
          </a:prstGeom>
          <a:noFill/>
        </p:spPr>
        <p:txBody>
          <a:bodyPr wrap="square" rtlCol="0">
            <a:spAutoFit/>
          </a:bodyPr>
          <a:lstStyle/>
          <a:p>
            <a:r>
              <a:rPr kumimoji="1" lang="ja-JP" altLang="en-US" dirty="0"/>
              <a:t>承認待ちは色</a:t>
            </a:r>
            <a:r>
              <a:rPr kumimoji="1" lang="ja-JP" altLang="en-US"/>
              <a:t>が変わります</a:t>
            </a:r>
            <a:endParaRPr kumimoji="1" lang="ja-JP" altLang="en-US" dirty="0"/>
          </a:p>
        </p:txBody>
      </p:sp>
      <p:cxnSp>
        <p:nvCxnSpPr>
          <p:cNvPr id="16" name="直線矢印コネクタ 15">
            <a:extLst>
              <a:ext uri="{FF2B5EF4-FFF2-40B4-BE49-F238E27FC236}">
                <a16:creationId xmlns:a16="http://schemas.microsoft.com/office/drawing/2014/main" id="{6910B1E8-08C8-3554-1764-40AB90842CA6}"/>
              </a:ext>
            </a:extLst>
          </p:cNvPr>
          <p:cNvCxnSpPr>
            <a:cxnSpLocks/>
            <a:stCxn id="14" idx="0"/>
          </p:cNvCxnSpPr>
          <p:nvPr/>
        </p:nvCxnSpPr>
        <p:spPr>
          <a:xfrm flipV="1">
            <a:off x="6749845" y="3571588"/>
            <a:ext cx="2276168" cy="80746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2" name="正方形/長方形 21">
            <a:extLst>
              <a:ext uri="{FF2B5EF4-FFF2-40B4-BE49-F238E27FC236}">
                <a16:creationId xmlns:a16="http://schemas.microsoft.com/office/drawing/2014/main" id="{A6ED0F96-5C07-E3CF-653A-454D02C6A415}"/>
              </a:ext>
            </a:extLst>
          </p:cNvPr>
          <p:cNvSpPr/>
          <p:nvPr/>
        </p:nvSpPr>
        <p:spPr>
          <a:xfrm>
            <a:off x="1075321" y="3504976"/>
            <a:ext cx="1766202"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2C151931-0C7E-E17C-4E2A-B1D24528B17A}"/>
              </a:ext>
            </a:extLst>
          </p:cNvPr>
          <p:cNvSpPr txBox="1"/>
          <p:nvPr/>
        </p:nvSpPr>
        <p:spPr>
          <a:xfrm>
            <a:off x="2517058" y="5299501"/>
            <a:ext cx="6223819" cy="369332"/>
          </a:xfrm>
          <a:prstGeom prst="rect">
            <a:avLst/>
          </a:prstGeom>
          <a:noFill/>
        </p:spPr>
        <p:txBody>
          <a:bodyPr wrap="square" rtlCol="0">
            <a:spAutoFit/>
          </a:bodyPr>
          <a:lstStyle/>
          <a:p>
            <a:r>
              <a:rPr kumimoji="1" lang="ja-JP" altLang="en-US" dirty="0"/>
              <a:t>予算管理のボタンが出ます。</a:t>
            </a:r>
            <a:r>
              <a:rPr kumimoji="1" lang="en-US" altLang="ja-JP" dirty="0"/>
              <a:t>※</a:t>
            </a:r>
            <a:r>
              <a:rPr kumimoji="1" lang="ja-JP" altLang="en-US" dirty="0"/>
              <a:t>予算管理については後述</a:t>
            </a:r>
          </a:p>
        </p:txBody>
      </p:sp>
      <p:cxnSp>
        <p:nvCxnSpPr>
          <p:cNvPr id="32" name="直線矢印コネクタ 31">
            <a:extLst>
              <a:ext uri="{FF2B5EF4-FFF2-40B4-BE49-F238E27FC236}">
                <a16:creationId xmlns:a16="http://schemas.microsoft.com/office/drawing/2014/main" id="{64F24A16-F55E-9B0B-0638-B6C72485E61D}"/>
              </a:ext>
            </a:extLst>
          </p:cNvPr>
          <p:cNvCxnSpPr/>
          <p:nvPr/>
        </p:nvCxnSpPr>
        <p:spPr>
          <a:xfrm flipH="1" flipV="1">
            <a:off x="2517058" y="3890781"/>
            <a:ext cx="1170039" cy="14087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28990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8273E0A-02FA-E512-133D-A8385EE3C48A}"/>
              </a:ext>
            </a:extLst>
          </p:cNvPr>
          <p:cNvSpPr>
            <a:spLocks noGrp="1"/>
          </p:cNvSpPr>
          <p:nvPr>
            <p:ph type="sldNum" sz="quarter" idx="12"/>
          </p:nvPr>
        </p:nvSpPr>
        <p:spPr/>
        <p:txBody>
          <a:bodyPr/>
          <a:lstStyle/>
          <a:p>
            <a:fld id="{2C80D52C-A15E-4981-8A76-803099B9450A}" type="slidenum">
              <a:rPr kumimoji="1" lang="ja-JP" altLang="en-US" smtClean="0"/>
              <a:t>25</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06EE4D2F-8643-9B1B-9A20-2D1092C77B0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6751" y="644238"/>
            <a:ext cx="10483809" cy="5569523"/>
          </a:xfrm>
          <a:prstGeom prst="rect">
            <a:avLst/>
          </a:prstGeom>
        </p:spPr>
      </p:pic>
      <p:sp>
        <p:nvSpPr>
          <p:cNvPr id="5" name="テキスト ボックス 4">
            <a:extLst>
              <a:ext uri="{FF2B5EF4-FFF2-40B4-BE49-F238E27FC236}">
                <a16:creationId xmlns:a16="http://schemas.microsoft.com/office/drawing/2014/main" id="{EA5E1595-66CB-8AD1-9A90-C0B39B5DBB4C}"/>
              </a:ext>
            </a:extLst>
          </p:cNvPr>
          <p:cNvSpPr txBox="1"/>
          <p:nvPr/>
        </p:nvSpPr>
        <p:spPr>
          <a:xfrm>
            <a:off x="3601067" y="1403265"/>
            <a:ext cx="6722805" cy="369332"/>
          </a:xfrm>
          <a:prstGeom prst="rect">
            <a:avLst/>
          </a:prstGeom>
          <a:noFill/>
        </p:spPr>
        <p:txBody>
          <a:bodyPr wrap="square" rtlCol="0">
            <a:spAutoFit/>
          </a:bodyPr>
          <a:lstStyle/>
          <a:p>
            <a:r>
              <a:rPr kumimoji="1" lang="ja-JP" altLang="en-US" dirty="0"/>
              <a:t>文字が青くなっており内容の入力や変更はできません</a:t>
            </a:r>
          </a:p>
        </p:txBody>
      </p:sp>
    </p:spTree>
    <p:extLst>
      <p:ext uri="{BB962C8B-B14F-4D97-AF65-F5344CB8AC3E}">
        <p14:creationId xmlns:p14="http://schemas.microsoft.com/office/powerpoint/2010/main" val="279277271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114872B-82BA-CA3C-EB42-850DF9B23FEF}"/>
              </a:ext>
            </a:extLst>
          </p:cNvPr>
          <p:cNvSpPr>
            <a:spLocks noGrp="1"/>
          </p:cNvSpPr>
          <p:nvPr>
            <p:ph type="sldNum" sz="quarter" idx="12"/>
          </p:nvPr>
        </p:nvSpPr>
        <p:spPr/>
        <p:txBody>
          <a:bodyPr/>
          <a:lstStyle/>
          <a:p>
            <a:fld id="{2C80D52C-A15E-4981-8A76-803099B9450A}" type="slidenum">
              <a:rPr kumimoji="1" lang="ja-JP" altLang="en-US" smtClean="0"/>
              <a:t>26</a:t>
            </a:fld>
            <a:endParaRPr kumimoji="1" lang="ja-JP" altLang="en-US"/>
          </a:p>
        </p:txBody>
      </p:sp>
      <p:pic>
        <p:nvPicPr>
          <p:cNvPr id="6" name="図 5" descr="コンピューターのスクリーンショット&#10;&#10;AI によって生成されたコンテンツは間違っている可能性があります。">
            <a:extLst>
              <a:ext uri="{FF2B5EF4-FFF2-40B4-BE49-F238E27FC236}">
                <a16:creationId xmlns:a16="http://schemas.microsoft.com/office/drawing/2014/main" id="{B4F5AF99-47A5-AB14-5FCE-107B7EC9D0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4095" y="644238"/>
            <a:ext cx="10483809" cy="5569523"/>
          </a:xfrm>
          <a:prstGeom prst="rect">
            <a:avLst/>
          </a:prstGeom>
        </p:spPr>
      </p:pic>
      <p:sp>
        <p:nvSpPr>
          <p:cNvPr id="7" name="テキスト ボックス 6">
            <a:extLst>
              <a:ext uri="{FF2B5EF4-FFF2-40B4-BE49-F238E27FC236}">
                <a16:creationId xmlns:a16="http://schemas.microsoft.com/office/drawing/2014/main" id="{5B681C1D-81E2-90C1-8251-23C837189736}"/>
              </a:ext>
            </a:extLst>
          </p:cNvPr>
          <p:cNvSpPr txBox="1"/>
          <p:nvPr/>
        </p:nvSpPr>
        <p:spPr>
          <a:xfrm>
            <a:off x="3719054" y="3861329"/>
            <a:ext cx="6722805" cy="369332"/>
          </a:xfrm>
          <a:prstGeom prst="rect">
            <a:avLst/>
          </a:prstGeom>
          <a:noFill/>
        </p:spPr>
        <p:txBody>
          <a:bodyPr wrap="square" rtlCol="0">
            <a:spAutoFit/>
          </a:bodyPr>
          <a:lstStyle/>
          <a:p>
            <a:r>
              <a:rPr kumimoji="1" lang="ja-JP" altLang="en-US" dirty="0"/>
              <a:t>部下が下書きの場合は閲覧しかできません</a:t>
            </a:r>
          </a:p>
        </p:txBody>
      </p:sp>
    </p:spTree>
    <p:extLst>
      <p:ext uri="{BB962C8B-B14F-4D97-AF65-F5344CB8AC3E}">
        <p14:creationId xmlns:p14="http://schemas.microsoft.com/office/powerpoint/2010/main" val="14009325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F6782D81-48F3-B355-CE69-0349BECB6026}"/>
              </a:ext>
            </a:extLst>
          </p:cNvPr>
          <p:cNvSpPr>
            <a:spLocks noGrp="1"/>
          </p:cNvSpPr>
          <p:nvPr>
            <p:ph type="sldNum" sz="quarter" idx="12"/>
          </p:nvPr>
        </p:nvSpPr>
        <p:spPr/>
        <p:txBody>
          <a:bodyPr/>
          <a:lstStyle/>
          <a:p>
            <a:fld id="{2C80D52C-A15E-4981-8A76-803099B9450A}" type="slidenum">
              <a:rPr kumimoji="1" lang="ja-JP" altLang="en-US" smtClean="0"/>
              <a:t>27</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54175004-1124-0E19-9DFA-DCAAB371D9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9206" y="786827"/>
            <a:ext cx="10483809" cy="5569523"/>
          </a:xfrm>
          <a:prstGeom prst="rect">
            <a:avLst/>
          </a:prstGeom>
        </p:spPr>
      </p:pic>
      <p:sp>
        <p:nvSpPr>
          <p:cNvPr id="5" name="テキスト ボックス 4">
            <a:extLst>
              <a:ext uri="{FF2B5EF4-FFF2-40B4-BE49-F238E27FC236}">
                <a16:creationId xmlns:a16="http://schemas.microsoft.com/office/drawing/2014/main" id="{A12D8546-2770-E4EF-E34B-265DF94F3D9A}"/>
              </a:ext>
            </a:extLst>
          </p:cNvPr>
          <p:cNvSpPr txBox="1"/>
          <p:nvPr/>
        </p:nvSpPr>
        <p:spPr>
          <a:xfrm>
            <a:off x="3630564" y="3244334"/>
            <a:ext cx="6722805" cy="646331"/>
          </a:xfrm>
          <a:prstGeom prst="rect">
            <a:avLst/>
          </a:prstGeom>
          <a:noFill/>
        </p:spPr>
        <p:txBody>
          <a:bodyPr wrap="square" rtlCol="0">
            <a:spAutoFit/>
          </a:bodyPr>
          <a:lstStyle/>
          <a:p>
            <a:r>
              <a:rPr kumimoji="1" lang="ja-JP" altLang="en-US" dirty="0"/>
              <a:t>部下が申請した時は「差し戻す」か「本部へ回議」が選択できます。　</a:t>
            </a:r>
            <a:r>
              <a:rPr kumimoji="1" lang="en-US" altLang="ja-JP" dirty="0"/>
              <a:t>※</a:t>
            </a:r>
            <a:r>
              <a:rPr kumimoji="1" lang="ja-JP" altLang="en-US" dirty="0"/>
              <a:t>「案件を除外する」については後述します</a:t>
            </a:r>
          </a:p>
        </p:txBody>
      </p:sp>
      <p:sp>
        <p:nvSpPr>
          <p:cNvPr id="6" name="正方形/長方形 5">
            <a:extLst>
              <a:ext uri="{FF2B5EF4-FFF2-40B4-BE49-F238E27FC236}">
                <a16:creationId xmlns:a16="http://schemas.microsoft.com/office/drawing/2014/main" id="{4A967294-9BD2-7E42-567D-E90A8721175D}"/>
              </a:ext>
            </a:extLst>
          </p:cNvPr>
          <p:cNvSpPr/>
          <p:nvPr/>
        </p:nvSpPr>
        <p:spPr>
          <a:xfrm>
            <a:off x="3503887" y="4851996"/>
            <a:ext cx="3526177"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976829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879A9A81-3F38-8EE8-6BB7-A58FDD8C31EC}"/>
              </a:ext>
            </a:extLst>
          </p:cNvPr>
          <p:cNvSpPr>
            <a:spLocks noGrp="1"/>
          </p:cNvSpPr>
          <p:nvPr>
            <p:ph type="sldNum" sz="quarter" idx="12"/>
          </p:nvPr>
        </p:nvSpPr>
        <p:spPr/>
        <p:txBody>
          <a:bodyPr/>
          <a:lstStyle/>
          <a:p>
            <a:fld id="{2C80D52C-A15E-4981-8A76-803099B9450A}" type="slidenum">
              <a:rPr kumimoji="1" lang="ja-JP" altLang="en-US" smtClean="0"/>
              <a:t>28</a:t>
            </a:fld>
            <a:endParaRPr kumimoji="1" lang="ja-JP" altLang="en-US"/>
          </a:p>
        </p:txBody>
      </p:sp>
      <p:pic>
        <p:nvPicPr>
          <p:cNvPr id="4" name="図 3" descr="グラフィカル ユーザー インターフェイス, テーブル&#10;&#10;AI によって生成されたコンテンツは間違っている可能性があります。">
            <a:extLst>
              <a:ext uri="{FF2B5EF4-FFF2-40B4-BE49-F238E27FC236}">
                <a16:creationId xmlns:a16="http://schemas.microsoft.com/office/drawing/2014/main" id="{7B38BCC5-3F1A-567A-3786-F11DDF7CDA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991" y="644238"/>
            <a:ext cx="10483809" cy="5569523"/>
          </a:xfrm>
          <a:prstGeom prst="rect">
            <a:avLst/>
          </a:prstGeom>
        </p:spPr>
      </p:pic>
      <p:sp>
        <p:nvSpPr>
          <p:cNvPr id="5" name="テキスト ボックス 4">
            <a:extLst>
              <a:ext uri="{FF2B5EF4-FFF2-40B4-BE49-F238E27FC236}">
                <a16:creationId xmlns:a16="http://schemas.microsoft.com/office/drawing/2014/main" id="{A254EEA2-03C4-E5AD-FCC9-1EAE4903DA30}"/>
              </a:ext>
            </a:extLst>
          </p:cNvPr>
          <p:cNvSpPr txBox="1"/>
          <p:nvPr/>
        </p:nvSpPr>
        <p:spPr>
          <a:xfrm>
            <a:off x="3689558" y="1366373"/>
            <a:ext cx="6722805" cy="369332"/>
          </a:xfrm>
          <a:prstGeom prst="rect">
            <a:avLst/>
          </a:prstGeom>
          <a:noFill/>
        </p:spPr>
        <p:txBody>
          <a:bodyPr wrap="square" rtlCol="0">
            <a:spAutoFit/>
          </a:bodyPr>
          <a:lstStyle/>
          <a:p>
            <a:r>
              <a:rPr kumimoji="1" lang="ja-JP" altLang="en-US" dirty="0"/>
              <a:t>本部確認待ちになるとリストの色が消えます</a:t>
            </a:r>
          </a:p>
        </p:txBody>
      </p:sp>
      <p:sp>
        <p:nvSpPr>
          <p:cNvPr id="6" name="正方形/長方形 5">
            <a:extLst>
              <a:ext uri="{FF2B5EF4-FFF2-40B4-BE49-F238E27FC236}">
                <a16:creationId xmlns:a16="http://schemas.microsoft.com/office/drawing/2014/main" id="{CA0A6118-D66F-D872-254A-36F480A9B841}"/>
              </a:ext>
            </a:extLst>
          </p:cNvPr>
          <p:cNvSpPr/>
          <p:nvPr/>
        </p:nvSpPr>
        <p:spPr>
          <a:xfrm>
            <a:off x="3551902" y="3224981"/>
            <a:ext cx="6575324" cy="20401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矢印コネクタ 7">
            <a:extLst>
              <a:ext uri="{FF2B5EF4-FFF2-40B4-BE49-F238E27FC236}">
                <a16:creationId xmlns:a16="http://schemas.microsoft.com/office/drawing/2014/main" id="{48AFAB0E-205C-1765-D4BA-229F78D7FB55}"/>
              </a:ext>
            </a:extLst>
          </p:cNvPr>
          <p:cNvCxnSpPr/>
          <p:nvPr/>
        </p:nvCxnSpPr>
        <p:spPr>
          <a:xfrm>
            <a:off x="6587613" y="1735705"/>
            <a:ext cx="609600" cy="14892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734353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D23B28-A18F-B351-9E75-FF9E0C7946AD}"/>
              </a:ext>
            </a:extLst>
          </p:cNvPr>
          <p:cNvSpPr>
            <a:spLocks noGrp="1"/>
          </p:cNvSpPr>
          <p:nvPr>
            <p:ph type="sldNum" sz="quarter" idx="12"/>
          </p:nvPr>
        </p:nvSpPr>
        <p:spPr/>
        <p:txBody>
          <a:bodyPr/>
          <a:lstStyle/>
          <a:p>
            <a:fld id="{2C80D52C-A15E-4981-8A76-803099B9450A}" type="slidenum">
              <a:rPr kumimoji="1" lang="ja-JP" altLang="en-US" smtClean="0"/>
              <a:t>29</a:t>
            </a:fld>
            <a:endParaRPr kumimoji="1" lang="ja-JP" altLang="en-US"/>
          </a:p>
        </p:txBody>
      </p:sp>
      <p:pic>
        <p:nvPicPr>
          <p:cNvPr id="4" name="図 3" descr="グラフィカル ユーザー インターフェイス, テキスト, アプリケーション&#10;&#10;AI によって生成されたコンテンツは間違っている可能性があります。">
            <a:extLst>
              <a:ext uri="{FF2B5EF4-FFF2-40B4-BE49-F238E27FC236}">
                <a16:creationId xmlns:a16="http://schemas.microsoft.com/office/drawing/2014/main" id="{35A7598F-5C5B-8293-4A9E-2BE5F4F00C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086" y="786827"/>
            <a:ext cx="10483809" cy="5569523"/>
          </a:xfrm>
          <a:prstGeom prst="rect">
            <a:avLst/>
          </a:prstGeom>
        </p:spPr>
      </p:pic>
      <p:sp>
        <p:nvSpPr>
          <p:cNvPr id="5" name="テキスト ボックス 4">
            <a:extLst>
              <a:ext uri="{FF2B5EF4-FFF2-40B4-BE49-F238E27FC236}">
                <a16:creationId xmlns:a16="http://schemas.microsoft.com/office/drawing/2014/main" id="{9D43B433-C61A-ED6D-F533-57829BC1CCAB}"/>
              </a:ext>
            </a:extLst>
          </p:cNvPr>
          <p:cNvSpPr txBox="1"/>
          <p:nvPr/>
        </p:nvSpPr>
        <p:spPr>
          <a:xfrm>
            <a:off x="3660061" y="1730167"/>
            <a:ext cx="6722805" cy="369332"/>
          </a:xfrm>
          <a:prstGeom prst="rect">
            <a:avLst/>
          </a:prstGeom>
          <a:noFill/>
        </p:spPr>
        <p:txBody>
          <a:bodyPr wrap="square" rtlCol="0">
            <a:spAutoFit/>
          </a:bodyPr>
          <a:lstStyle/>
          <a:p>
            <a:r>
              <a:rPr kumimoji="1" lang="ja-JP" altLang="en-US" dirty="0"/>
              <a:t>検索では部下全員の案件の結果が出ます</a:t>
            </a:r>
          </a:p>
        </p:txBody>
      </p:sp>
    </p:spTree>
    <p:extLst>
      <p:ext uri="{BB962C8B-B14F-4D97-AF65-F5344CB8AC3E}">
        <p14:creationId xmlns:p14="http://schemas.microsoft.com/office/powerpoint/2010/main" val="6659585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EEB5DFE-3824-1198-4AE5-C5676F80954D}"/>
              </a:ext>
            </a:extLst>
          </p:cNvPr>
          <p:cNvSpPr>
            <a:spLocks noGrp="1"/>
          </p:cNvSpPr>
          <p:nvPr>
            <p:ph type="sldNum" sz="quarter" idx="12"/>
          </p:nvPr>
        </p:nvSpPr>
        <p:spPr/>
        <p:txBody>
          <a:bodyPr/>
          <a:lstStyle/>
          <a:p>
            <a:fld id="{2C80D52C-A15E-4981-8A76-803099B9450A}" type="slidenum">
              <a:rPr kumimoji="1" lang="ja-JP" altLang="en-US" smtClean="0"/>
              <a:t>30</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7F0FA7AC-70A8-8A97-8D3B-36D395A9A4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757" y="644238"/>
            <a:ext cx="10483809" cy="5569523"/>
          </a:xfrm>
          <a:prstGeom prst="rect">
            <a:avLst/>
          </a:prstGeom>
        </p:spPr>
      </p:pic>
      <p:sp>
        <p:nvSpPr>
          <p:cNvPr id="5" name="テキスト ボックス 4">
            <a:extLst>
              <a:ext uri="{FF2B5EF4-FFF2-40B4-BE49-F238E27FC236}">
                <a16:creationId xmlns:a16="http://schemas.microsoft.com/office/drawing/2014/main" id="{03681E9E-322E-91C9-34F5-27AC373D298A}"/>
              </a:ext>
            </a:extLst>
          </p:cNvPr>
          <p:cNvSpPr txBox="1"/>
          <p:nvPr/>
        </p:nvSpPr>
        <p:spPr>
          <a:xfrm>
            <a:off x="3650228" y="1209057"/>
            <a:ext cx="4960372" cy="369332"/>
          </a:xfrm>
          <a:prstGeom prst="rect">
            <a:avLst/>
          </a:prstGeom>
          <a:noFill/>
        </p:spPr>
        <p:txBody>
          <a:bodyPr wrap="square" rtlCol="0">
            <a:spAutoFit/>
          </a:bodyPr>
          <a:lstStyle/>
          <a:p>
            <a:r>
              <a:rPr kumimoji="1" lang="ja-JP" altLang="en-US" dirty="0"/>
              <a:t>予算不足の場合は担当と同じく警告が出ます</a:t>
            </a:r>
          </a:p>
        </p:txBody>
      </p:sp>
      <p:sp>
        <p:nvSpPr>
          <p:cNvPr id="6" name="テキスト ボックス 5">
            <a:extLst>
              <a:ext uri="{FF2B5EF4-FFF2-40B4-BE49-F238E27FC236}">
                <a16:creationId xmlns:a16="http://schemas.microsoft.com/office/drawing/2014/main" id="{EFD31CA3-13CE-5089-57C2-E1DDF94A60D2}"/>
              </a:ext>
            </a:extLst>
          </p:cNvPr>
          <p:cNvSpPr txBox="1"/>
          <p:nvPr/>
        </p:nvSpPr>
        <p:spPr>
          <a:xfrm>
            <a:off x="3479474" y="4129237"/>
            <a:ext cx="6972215" cy="646331"/>
          </a:xfrm>
          <a:prstGeom prst="rect">
            <a:avLst/>
          </a:prstGeom>
          <a:noFill/>
        </p:spPr>
        <p:txBody>
          <a:bodyPr wrap="square" rtlCol="0">
            <a:spAutoFit/>
          </a:bodyPr>
          <a:lstStyle/>
          <a:p>
            <a:r>
              <a:rPr kumimoji="1" lang="ja-JP" altLang="en-US" dirty="0"/>
              <a:t>内容に不備があった場合や部下から変更したいとのお願いがあった時は、「差し戻す」ボタンを押します。備考は自動で入ります。</a:t>
            </a:r>
          </a:p>
        </p:txBody>
      </p:sp>
      <p:sp>
        <p:nvSpPr>
          <p:cNvPr id="7" name="正方形/長方形 6">
            <a:extLst>
              <a:ext uri="{FF2B5EF4-FFF2-40B4-BE49-F238E27FC236}">
                <a16:creationId xmlns:a16="http://schemas.microsoft.com/office/drawing/2014/main" id="{D071107B-2FE5-7092-07BE-0912FC7BDDC9}"/>
              </a:ext>
            </a:extLst>
          </p:cNvPr>
          <p:cNvSpPr/>
          <p:nvPr/>
        </p:nvSpPr>
        <p:spPr>
          <a:xfrm>
            <a:off x="3120429" y="5827956"/>
            <a:ext cx="1235262" cy="3858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矢印コネクタ 8">
            <a:extLst>
              <a:ext uri="{FF2B5EF4-FFF2-40B4-BE49-F238E27FC236}">
                <a16:creationId xmlns:a16="http://schemas.microsoft.com/office/drawing/2014/main" id="{853F38F8-CDBF-D8B8-CF9E-82DDE7A5F79D}"/>
              </a:ext>
            </a:extLst>
          </p:cNvPr>
          <p:cNvCxnSpPr>
            <a:endCxn id="7" idx="0"/>
          </p:cNvCxnSpPr>
          <p:nvPr/>
        </p:nvCxnSpPr>
        <p:spPr>
          <a:xfrm flipH="1">
            <a:off x="3738060" y="4775568"/>
            <a:ext cx="2141630" cy="10523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49366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3F8A42FA-4D2C-424B-E015-15D0DA43EEB8}"/>
              </a:ext>
            </a:extLst>
          </p:cNvPr>
          <p:cNvSpPr>
            <a:spLocks noGrp="1"/>
          </p:cNvSpPr>
          <p:nvPr>
            <p:ph type="sldNum" sz="quarter" idx="12"/>
          </p:nvPr>
        </p:nvSpPr>
        <p:spPr/>
        <p:txBody>
          <a:bodyPr/>
          <a:lstStyle/>
          <a:p>
            <a:fld id="{2C80D52C-A15E-4981-8A76-803099B9450A}" type="slidenum">
              <a:rPr kumimoji="1" lang="ja-JP" altLang="en-US" smtClean="0"/>
              <a:t>31</a:t>
            </a:fld>
            <a:endParaRPr kumimoji="1" lang="ja-JP" altLang="en-US"/>
          </a:p>
        </p:txBody>
      </p:sp>
      <p:pic>
        <p:nvPicPr>
          <p:cNvPr id="4" name="図 3"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694D8640-694D-C409-386E-5034071925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786827"/>
            <a:ext cx="10483809" cy="5569523"/>
          </a:xfrm>
          <a:prstGeom prst="rect">
            <a:avLst/>
          </a:prstGeom>
        </p:spPr>
      </p:pic>
      <p:sp>
        <p:nvSpPr>
          <p:cNvPr id="5" name="テキスト ボックス 4">
            <a:extLst>
              <a:ext uri="{FF2B5EF4-FFF2-40B4-BE49-F238E27FC236}">
                <a16:creationId xmlns:a16="http://schemas.microsoft.com/office/drawing/2014/main" id="{6EC2E14B-3F7A-4396-6514-FBE2AC9000FF}"/>
              </a:ext>
            </a:extLst>
          </p:cNvPr>
          <p:cNvSpPr txBox="1"/>
          <p:nvPr/>
        </p:nvSpPr>
        <p:spPr>
          <a:xfrm>
            <a:off x="5351209" y="2202115"/>
            <a:ext cx="5592094" cy="369332"/>
          </a:xfrm>
          <a:prstGeom prst="rect">
            <a:avLst/>
          </a:prstGeom>
          <a:noFill/>
        </p:spPr>
        <p:txBody>
          <a:bodyPr wrap="square" rtlCol="0">
            <a:spAutoFit/>
          </a:bodyPr>
          <a:lstStyle/>
          <a:p>
            <a:r>
              <a:rPr kumimoji="1" lang="ja-JP" altLang="en-US" dirty="0"/>
              <a:t>差し戻し後はステータスとリストの色が変わります</a:t>
            </a:r>
          </a:p>
        </p:txBody>
      </p:sp>
      <p:sp>
        <p:nvSpPr>
          <p:cNvPr id="6" name="正方形/長方形 5">
            <a:extLst>
              <a:ext uri="{FF2B5EF4-FFF2-40B4-BE49-F238E27FC236}">
                <a16:creationId xmlns:a16="http://schemas.microsoft.com/office/drawing/2014/main" id="{62161C15-A78D-6958-DC53-AE3CAB053A17}"/>
              </a:ext>
            </a:extLst>
          </p:cNvPr>
          <p:cNvSpPr/>
          <p:nvPr/>
        </p:nvSpPr>
        <p:spPr>
          <a:xfrm>
            <a:off x="3444894" y="3301067"/>
            <a:ext cx="6692164" cy="26804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 name="直線矢印コネクタ 7">
            <a:extLst>
              <a:ext uri="{FF2B5EF4-FFF2-40B4-BE49-F238E27FC236}">
                <a16:creationId xmlns:a16="http://schemas.microsoft.com/office/drawing/2014/main" id="{2DEB31A1-F2D5-23AA-51D5-1A0B47A68674}"/>
              </a:ext>
            </a:extLst>
          </p:cNvPr>
          <p:cNvCxnSpPr/>
          <p:nvPr/>
        </p:nvCxnSpPr>
        <p:spPr>
          <a:xfrm flipH="1">
            <a:off x="6843252" y="2571447"/>
            <a:ext cx="1002890" cy="7296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261044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599AC67-B38A-C771-C0AF-66A7A58874E6}"/>
              </a:ext>
            </a:extLst>
          </p:cNvPr>
          <p:cNvSpPr>
            <a:spLocks noGrp="1"/>
          </p:cNvSpPr>
          <p:nvPr>
            <p:ph type="sldNum" sz="quarter" idx="12"/>
          </p:nvPr>
        </p:nvSpPr>
        <p:spPr/>
        <p:txBody>
          <a:bodyPr/>
          <a:lstStyle/>
          <a:p>
            <a:fld id="{2C80D52C-A15E-4981-8A76-803099B9450A}" type="slidenum">
              <a:rPr kumimoji="1" lang="ja-JP" altLang="en-US" smtClean="0"/>
              <a:t>32</a:t>
            </a:fld>
            <a:endParaRPr kumimoji="1" lang="ja-JP" altLang="en-US"/>
          </a:p>
        </p:txBody>
      </p:sp>
      <p:pic>
        <p:nvPicPr>
          <p:cNvPr id="4" name="図 3" descr="グラフィカル ユーザー インターフェイス, アプリケーション, Teams&#10;&#10;AI によって生成されたコンテンツは間違っている可能性があります。">
            <a:extLst>
              <a:ext uri="{FF2B5EF4-FFF2-40B4-BE49-F238E27FC236}">
                <a16:creationId xmlns:a16="http://schemas.microsoft.com/office/drawing/2014/main" id="{6B5F2E3F-8B5E-0F46-E2D8-0D32D3BD6D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4095" y="786827"/>
            <a:ext cx="10483809" cy="5569523"/>
          </a:xfrm>
          <a:prstGeom prst="rect">
            <a:avLst/>
          </a:prstGeom>
        </p:spPr>
      </p:pic>
      <p:sp>
        <p:nvSpPr>
          <p:cNvPr id="5" name="テキスト ボックス 4">
            <a:extLst>
              <a:ext uri="{FF2B5EF4-FFF2-40B4-BE49-F238E27FC236}">
                <a16:creationId xmlns:a16="http://schemas.microsoft.com/office/drawing/2014/main" id="{C12E7CF9-7F65-BCDB-ABF8-81F16233EE33}"/>
              </a:ext>
            </a:extLst>
          </p:cNvPr>
          <p:cNvSpPr txBox="1"/>
          <p:nvPr/>
        </p:nvSpPr>
        <p:spPr>
          <a:xfrm>
            <a:off x="3689557" y="3386922"/>
            <a:ext cx="6722805" cy="369332"/>
          </a:xfrm>
          <a:prstGeom prst="rect">
            <a:avLst/>
          </a:prstGeom>
          <a:noFill/>
        </p:spPr>
        <p:txBody>
          <a:bodyPr wrap="square" rtlCol="0">
            <a:spAutoFit/>
          </a:bodyPr>
          <a:lstStyle/>
          <a:p>
            <a:r>
              <a:rPr kumimoji="1" lang="ja-JP" altLang="en-US" dirty="0"/>
              <a:t>差し戻し後は閲覧しかできません</a:t>
            </a:r>
          </a:p>
        </p:txBody>
      </p:sp>
    </p:spTree>
    <p:extLst>
      <p:ext uri="{BB962C8B-B14F-4D97-AF65-F5344CB8AC3E}">
        <p14:creationId xmlns:p14="http://schemas.microsoft.com/office/powerpoint/2010/main" val="39364876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AFBCB88-3B8A-4E8E-1D0A-9B47D8818581}"/>
              </a:ext>
            </a:extLst>
          </p:cNvPr>
          <p:cNvSpPr>
            <a:spLocks noGrp="1"/>
          </p:cNvSpPr>
          <p:nvPr>
            <p:ph type="sldNum" sz="quarter" idx="12"/>
          </p:nvPr>
        </p:nvSpPr>
        <p:spPr/>
        <p:txBody>
          <a:bodyPr/>
          <a:lstStyle/>
          <a:p>
            <a:fld id="{2C80D52C-A15E-4981-8A76-803099B9450A}" type="slidenum">
              <a:rPr kumimoji="1" lang="ja-JP" altLang="en-US" smtClean="0"/>
              <a:t>33</a:t>
            </a:fld>
            <a:endParaRPr kumimoji="1" lang="ja-JP" altLang="en-US"/>
          </a:p>
        </p:txBody>
      </p:sp>
      <p:pic>
        <p:nvPicPr>
          <p:cNvPr id="4" name="図 3" descr="コンピューターのスクリーンショット&#10;&#10;AI によって生成されたコンテンツは間違っている可能性があります。">
            <a:extLst>
              <a:ext uri="{FF2B5EF4-FFF2-40B4-BE49-F238E27FC236}">
                <a16:creationId xmlns:a16="http://schemas.microsoft.com/office/drawing/2014/main" id="{975035EC-0585-9332-66B3-CE86988CAA4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3395" y="786827"/>
            <a:ext cx="10483809" cy="5569523"/>
          </a:xfrm>
          <a:prstGeom prst="rect">
            <a:avLst/>
          </a:prstGeom>
        </p:spPr>
      </p:pic>
      <p:sp>
        <p:nvSpPr>
          <p:cNvPr id="5" name="テキスト ボックス 4">
            <a:extLst>
              <a:ext uri="{FF2B5EF4-FFF2-40B4-BE49-F238E27FC236}">
                <a16:creationId xmlns:a16="http://schemas.microsoft.com/office/drawing/2014/main" id="{4DA5EC38-6392-B0D3-13A4-DE8AA9504B3A}"/>
              </a:ext>
            </a:extLst>
          </p:cNvPr>
          <p:cNvSpPr txBox="1"/>
          <p:nvPr/>
        </p:nvSpPr>
        <p:spPr>
          <a:xfrm>
            <a:off x="3689557" y="3386922"/>
            <a:ext cx="6722805" cy="646331"/>
          </a:xfrm>
          <a:prstGeom prst="rect">
            <a:avLst/>
          </a:prstGeom>
          <a:noFill/>
        </p:spPr>
        <p:txBody>
          <a:bodyPr wrap="square" rtlCol="0">
            <a:spAutoFit/>
          </a:bodyPr>
          <a:lstStyle/>
          <a:p>
            <a:r>
              <a:rPr kumimoji="1" lang="ja-JP" altLang="en-US" dirty="0"/>
              <a:t>部下から再び申請があった場合は「本部へ回議」が可能になります。　</a:t>
            </a:r>
            <a:r>
              <a:rPr kumimoji="1" lang="en-US" altLang="ja-JP" dirty="0"/>
              <a:t>※</a:t>
            </a:r>
            <a:r>
              <a:rPr kumimoji="1" lang="ja-JP" altLang="en-US" dirty="0"/>
              <a:t>備考は部下の任意入力です</a:t>
            </a:r>
          </a:p>
        </p:txBody>
      </p:sp>
      <p:sp>
        <p:nvSpPr>
          <p:cNvPr id="6" name="正方形/長方形 5">
            <a:extLst>
              <a:ext uri="{FF2B5EF4-FFF2-40B4-BE49-F238E27FC236}">
                <a16:creationId xmlns:a16="http://schemas.microsoft.com/office/drawing/2014/main" id="{DCE2DE7B-83EC-4F64-3A2D-DBAA476EC86E}"/>
              </a:ext>
            </a:extLst>
          </p:cNvPr>
          <p:cNvSpPr/>
          <p:nvPr/>
        </p:nvSpPr>
        <p:spPr>
          <a:xfrm>
            <a:off x="4611329" y="4792734"/>
            <a:ext cx="1327355" cy="44785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5351878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68ED8552-EF00-2164-61C2-6E54BFD5BA89}"/>
              </a:ext>
            </a:extLst>
          </p:cNvPr>
          <p:cNvSpPr>
            <a:spLocks noGrp="1"/>
          </p:cNvSpPr>
          <p:nvPr>
            <p:ph type="sldNum" sz="quarter" idx="12"/>
          </p:nvPr>
        </p:nvSpPr>
        <p:spPr/>
        <p:txBody>
          <a:bodyPr/>
          <a:lstStyle/>
          <a:p>
            <a:fld id="{2C80D52C-A15E-4981-8A76-803099B9450A}" type="slidenum">
              <a:rPr kumimoji="1" lang="ja-JP" altLang="en-US" smtClean="0"/>
              <a:t>34</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6B8AF585-B08D-FC8F-EE1B-87D5C3493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21774" y="814336"/>
            <a:ext cx="10432026" cy="5542014"/>
          </a:xfrm>
          <a:prstGeom prst="rect">
            <a:avLst/>
          </a:prstGeom>
        </p:spPr>
      </p:pic>
      <p:sp>
        <p:nvSpPr>
          <p:cNvPr id="5" name="正方形/長方形 4">
            <a:extLst>
              <a:ext uri="{FF2B5EF4-FFF2-40B4-BE49-F238E27FC236}">
                <a16:creationId xmlns:a16="http://schemas.microsoft.com/office/drawing/2014/main" id="{50A98674-45F7-4543-138B-92A2CB8641A4}"/>
              </a:ext>
            </a:extLst>
          </p:cNvPr>
          <p:cNvSpPr/>
          <p:nvPr/>
        </p:nvSpPr>
        <p:spPr>
          <a:xfrm>
            <a:off x="3618271" y="3361413"/>
            <a:ext cx="7187381" cy="2273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39CFA45A-2D21-1860-0403-D7F6E7C25F76}"/>
              </a:ext>
            </a:extLst>
          </p:cNvPr>
          <p:cNvSpPr txBox="1"/>
          <p:nvPr/>
        </p:nvSpPr>
        <p:spPr>
          <a:xfrm>
            <a:off x="4630996" y="1654460"/>
            <a:ext cx="5073444" cy="369332"/>
          </a:xfrm>
          <a:prstGeom prst="rect">
            <a:avLst/>
          </a:prstGeom>
          <a:noFill/>
        </p:spPr>
        <p:txBody>
          <a:bodyPr wrap="square" rtlCol="0">
            <a:spAutoFit/>
          </a:bodyPr>
          <a:lstStyle/>
          <a:p>
            <a:r>
              <a:rPr kumimoji="1" lang="ja-JP" altLang="en-US" dirty="0"/>
              <a:t>本部に回議を押すと、本部確認待ちになります</a:t>
            </a:r>
          </a:p>
        </p:txBody>
      </p:sp>
      <p:cxnSp>
        <p:nvCxnSpPr>
          <p:cNvPr id="8" name="直線矢印コネクタ 7">
            <a:extLst>
              <a:ext uri="{FF2B5EF4-FFF2-40B4-BE49-F238E27FC236}">
                <a16:creationId xmlns:a16="http://schemas.microsoft.com/office/drawing/2014/main" id="{FDA4932C-71AA-246D-F1A6-CB46247CB181}"/>
              </a:ext>
            </a:extLst>
          </p:cNvPr>
          <p:cNvCxnSpPr/>
          <p:nvPr/>
        </p:nvCxnSpPr>
        <p:spPr>
          <a:xfrm>
            <a:off x="6735097" y="1936955"/>
            <a:ext cx="894735" cy="142445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59862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A4C62AB8-530F-9F5C-01EA-E4A62D691454}"/>
              </a:ext>
            </a:extLst>
          </p:cNvPr>
          <p:cNvSpPr>
            <a:spLocks noGrp="1"/>
          </p:cNvSpPr>
          <p:nvPr>
            <p:ph type="sldNum" sz="quarter" idx="12"/>
          </p:nvPr>
        </p:nvSpPr>
        <p:spPr/>
        <p:txBody>
          <a:bodyPr/>
          <a:lstStyle/>
          <a:p>
            <a:fld id="{2C80D52C-A15E-4981-8A76-803099B9450A}" type="slidenum">
              <a:rPr kumimoji="1" lang="ja-JP" altLang="en-US" smtClean="0"/>
              <a:t>35</a:t>
            </a:fld>
            <a:endParaRPr kumimoji="1" lang="ja-JP" altLang="en-US"/>
          </a:p>
        </p:txBody>
      </p:sp>
      <p:pic>
        <p:nvPicPr>
          <p:cNvPr id="8" name="図 7"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1864B419-2DC5-C432-2E18-28F49B80970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991" y="786827"/>
            <a:ext cx="10483809" cy="5569523"/>
          </a:xfrm>
          <a:prstGeom prst="rect">
            <a:avLst/>
          </a:prstGeom>
        </p:spPr>
      </p:pic>
      <p:sp>
        <p:nvSpPr>
          <p:cNvPr id="10" name="テキスト ボックス 9">
            <a:extLst>
              <a:ext uri="{FF2B5EF4-FFF2-40B4-BE49-F238E27FC236}">
                <a16:creationId xmlns:a16="http://schemas.microsoft.com/office/drawing/2014/main" id="{A9225B3E-FF95-1971-5731-6F7FB9C73C27}"/>
              </a:ext>
            </a:extLst>
          </p:cNvPr>
          <p:cNvSpPr txBox="1"/>
          <p:nvPr/>
        </p:nvSpPr>
        <p:spPr>
          <a:xfrm>
            <a:off x="806409" y="422569"/>
            <a:ext cx="8377083" cy="369332"/>
          </a:xfrm>
          <a:prstGeom prst="rect">
            <a:avLst/>
          </a:prstGeom>
          <a:noFill/>
        </p:spPr>
        <p:txBody>
          <a:bodyPr wrap="square" rtlCol="0">
            <a:spAutoFit/>
          </a:bodyPr>
          <a:lstStyle/>
          <a:p>
            <a:r>
              <a:rPr kumimoji="1" lang="en-US" altLang="ja-JP" dirty="0">
                <a:latin typeface="メイリオ" panose="020B0604030504040204" pitchFamily="50" charset="-128"/>
                <a:ea typeface="メイリオ" panose="020B0604030504040204" pitchFamily="50" charset="-128"/>
              </a:rPr>
              <a:t>4</a:t>
            </a:r>
            <a:r>
              <a:rPr kumimoji="1" lang="ja-JP" altLang="en-US" dirty="0">
                <a:latin typeface="メイリオ" panose="020B0604030504040204" pitchFamily="50" charset="-128"/>
                <a:ea typeface="メイリオ" panose="020B0604030504040204" pitchFamily="50" charset="-128"/>
              </a:rPr>
              <a:t>．本部課長調査</a:t>
            </a:r>
          </a:p>
        </p:txBody>
      </p:sp>
      <p:sp>
        <p:nvSpPr>
          <p:cNvPr id="11" name="テキスト ボックス 10">
            <a:extLst>
              <a:ext uri="{FF2B5EF4-FFF2-40B4-BE49-F238E27FC236}">
                <a16:creationId xmlns:a16="http://schemas.microsoft.com/office/drawing/2014/main" id="{898505FC-81C0-1FED-E395-9031C5C0B187}"/>
              </a:ext>
            </a:extLst>
          </p:cNvPr>
          <p:cNvSpPr txBox="1"/>
          <p:nvPr/>
        </p:nvSpPr>
        <p:spPr>
          <a:xfrm>
            <a:off x="6096000" y="1592987"/>
            <a:ext cx="3647768" cy="923330"/>
          </a:xfrm>
          <a:prstGeom prst="rect">
            <a:avLst/>
          </a:prstGeom>
          <a:noFill/>
        </p:spPr>
        <p:txBody>
          <a:bodyPr wrap="square" rtlCol="0">
            <a:spAutoFit/>
          </a:bodyPr>
          <a:lstStyle/>
          <a:p>
            <a:r>
              <a:rPr kumimoji="1" lang="ja-JP" altLang="en-US" dirty="0"/>
              <a:t>全部署のリストが出ます。</a:t>
            </a:r>
            <a:endParaRPr kumimoji="1" lang="en-US" altLang="ja-JP" dirty="0"/>
          </a:p>
          <a:p>
            <a:r>
              <a:rPr kumimoji="1" lang="ja-JP" altLang="en-US" dirty="0"/>
              <a:t>本部承認待ちはリストの色とステータスが変わります</a:t>
            </a:r>
          </a:p>
        </p:txBody>
      </p:sp>
      <p:sp>
        <p:nvSpPr>
          <p:cNvPr id="12" name="テキスト ボックス 11">
            <a:extLst>
              <a:ext uri="{FF2B5EF4-FFF2-40B4-BE49-F238E27FC236}">
                <a16:creationId xmlns:a16="http://schemas.microsoft.com/office/drawing/2014/main" id="{2612D18B-59CA-761B-0387-7B3C36A2BA04}"/>
              </a:ext>
            </a:extLst>
          </p:cNvPr>
          <p:cNvSpPr txBox="1"/>
          <p:nvPr/>
        </p:nvSpPr>
        <p:spPr>
          <a:xfrm>
            <a:off x="1189703" y="5194072"/>
            <a:ext cx="2094271" cy="646331"/>
          </a:xfrm>
          <a:prstGeom prst="rect">
            <a:avLst/>
          </a:prstGeom>
          <a:noFill/>
        </p:spPr>
        <p:txBody>
          <a:bodyPr wrap="square" rtlCol="0">
            <a:spAutoFit/>
          </a:bodyPr>
          <a:lstStyle/>
          <a:p>
            <a:r>
              <a:rPr kumimoji="1" lang="ja-JP" altLang="en-US" dirty="0"/>
              <a:t>予算管理のボタンが出ます</a:t>
            </a:r>
          </a:p>
        </p:txBody>
      </p:sp>
      <p:cxnSp>
        <p:nvCxnSpPr>
          <p:cNvPr id="14" name="直線矢印コネクタ 13">
            <a:extLst>
              <a:ext uri="{FF2B5EF4-FFF2-40B4-BE49-F238E27FC236}">
                <a16:creationId xmlns:a16="http://schemas.microsoft.com/office/drawing/2014/main" id="{C56517AB-385A-F632-5B08-EF2ADFAF18B6}"/>
              </a:ext>
            </a:extLst>
          </p:cNvPr>
          <p:cNvCxnSpPr>
            <a:cxnSpLocks/>
          </p:cNvCxnSpPr>
          <p:nvPr/>
        </p:nvCxnSpPr>
        <p:spPr>
          <a:xfrm flipH="1" flipV="1">
            <a:off x="2261419" y="3972232"/>
            <a:ext cx="678426" cy="11995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正方形/長方形 15">
            <a:extLst>
              <a:ext uri="{FF2B5EF4-FFF2-40B4-BE49-F238E27FC236}">
                <a16:creationId xmlns:a16="http://schemas.microsoft.com/office/drawing/2014/main" id="{41D469F2-84AA-5A26-F9E2-1585F795D925}"/>
              </a:ext>
            </a:extLst>
          </p:cNvPr>
          <p:cNvSpPr/>
          <p:nvPr/>
        </p:nvSpPr>
        <p:spPr>
          <a:xfrm>
            <a:off x="1042219" y="3502069"/>
            <a:ext cx="1897626" cy="44785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8" name="直線矢印コネクタ 17">
            <a:extLst>
              <a:ext uri="{FF2B5EF4-FFF2-40B4-BE49-F238E27FC236}">
                <a16:creationId xmlns:a16="http://schemas.microsoft.com/office/drawing/2014/main" id="{1F85E8E7-7273-D2F4-ED51-55119B766AB2}"/>
              </a:ext>
            </a:extLst>
          </p:cNvPr>
          <p:cNvCxnSpPr>
            <a:cxnSpLocks/>
            <a:stCxn id="11" idx="2"/>
          </p:cNvCxnSpPr>
          <p:nvPr/>
        </p:nvCxnSpPr>
        <p:spPr>
          <a:xfrm>
            <a:off x="7919884" y="2516317"/>
            <a:ext cx="690716" cy="143361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正方形/長方形 18">
            <a:extLst>
              <a:ext uri="{FF2B5EF4-FFF2-40B4-BE49-F238E27FC236}">
                <a16:creationId xmlns:a16="http://schemas.microsoft.com/office/drawing/2014/main" id="{96562628-289B-B2EB-5972-ADE48573EE05}"/>
              </a:ext>
            </a:extLst>
          </p:cNvPr>
          <p:cNvSpPr/>
          <p:nvPr/>
        </p:nvSpPr>
        <p:spPr>
          <a:xfrm>
            <a:off x="3696930" y="3972232"/>
            <a:ext cx="6410631" cy="2753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51259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DF3A352-4426-1781-4711-F7E01F8F3EFF}"/>
              </a:ext>
            </a:extLst>
          </p:cNvPr>
          <p:cNvSpPr>
            <a:spLocks noGrp="1"/>
          </p:cNvSpPr>
          <p:nvPr>
            <p:ph type="sldNum" sz="quarter" idx="12"/>
          </p:nvPr>
        </p:nvSpPr>
        <p:spPr/>
        <p:txBody>
          <a:bodyPr/>
          <a:lstStyle/>
          <a:p>
            <a:fld id="{2C80D52C-A15E-4981-8A76-803099B9450A}" type="slidenum">
              <a:rPr kumimoji="1" lang="ja-JP" altLang="en-US" smtClean="0"/>
              <a:t>36</a:t>
            </a:fld>
            <a:endParaRPr kumimoji="1" lang="ja-JP" altLang="en-US"/>
          </a:p>
        </p:txBody>
      </p:sp>
      <p:pic>
        <p:nvPicPr>
          <p:cNvPr id="4" name="図 3" descr="コンピューターのスクリーンショット&#10;&#10;AI によって生成されたコンテンツは間違っている可能性があります。">
            <a:extLst>
              <a:ext uri="{FF2B5EF4-FFF2-40B4-BE49-F238E27FC236}">
                <a16:creationId xmlns:a16="http://schemas.microsoft.com/office/drawing/2014/main" id="{34641DD6-885E-7688-28D0-779C6500BB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786827"/>
            <a:ext cx="10483809" cy="5569523"/>
          </a:xfrm>
          <a:prstGeom prst="rect">
            <a:avLst/>
          </a:prstGeom>
        </p:spPr>
      </p:pic>
      <p:sp>
        <p:nvSpPr>
          <p:cNvPr id="5" name="テキスト ボックス 4">
            <a:extLst>
              <a:ext uri="{FF2B5EF4-FFF2-40B4-BE49-F238E27FC236}">
                <a16:creationId xmlns:a16="http://schemas.microsoft.com/office/drawing/2014/main" id="{5DC88F24-A097-9F4B-1822-6D351BE3A8DA}"/>
              </a:ext>
            </a:extLst>
          </p:cNvPr>
          <p:cNvSpPr txBox="1"/>
          <p:nvPr/>
        </p:nvSpPr>
        <p:spPr>
          <a:xfrm>
            <a:off x="3727738" y="3925711"/>
            <a:ext cx="7097577" cy="646331"/>
          </a:xfrm>
          <a:prstGeom prst="rect">
            <a:avLst/>
          </a:prstGeom>
          <a:noFill/>
        </p:spPr>
        <p:txBody>
          <a:bodyPr wrap="square" rtlCol="0">
            <a:spAutoFit/>
          </a:bodyPr>
          <a:lstStyle/>
          <a:p>
            <a:r>
              <a:rPr kumimoji="1" lang="ja-JP" altLang="en-US" dirty="0"/>
              <a:t>リストの本部承認待ちをクリックすると、下にボタンが出ます。</a:t>
            </a:r>
            <a:endParaRPr kumimoji="1" lang="en-US" altLang="ja-JP" dirty="0"/>
          </a:p>
          <a:p>
            <a:r>
              <a:rPr kumimoji="1" lang="ja-JP" altLang="en-US" dirty="0"/>
              <a:t>最終承認するか担当に差し戻しをするか選択できます。</a:t>
            </a:r>
          </a:p>
        </p:txBody>
      </p:sp>
      <p:sp>
        <p:nvSpPr>
          <p:cNvPr id="7" name="正方形/長方形 6">
            <a:extLst>
              <a:ext uri="{FF2B5EF4-FFF2-40B4-BE49-F238E27FC236}">
                <a16:creationId xmlns:a16="http://schemas.microsoft.com/office/drawing/2014/main" id="{6C21122F-8AD8-4384-943B-1520727260A3}"/>
              </a:ext>
            </a:extLst>
          </p:cNvPr>
          <p:cNvSpPr/>
          <p:nvPr/>
        </p:nvSpPr>
        <p:spPr>
          <a:xfrm>
            <a:off x="3529780" y="5468521"/>
            <a:ext cx="2271251" cy="44785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矢印コネクタ 8">
            <a:extLst>
              <a:ext uri="{FF2B5EF4-FFF2-40B4-BE49-F238E27FC236}">
                <a16:creationId xmlns:a16="http://schemas.microsoft.com/office/drawing/2014/main" id="{8F19A84D-92BC-07AF-0D28-C4174FBA5E3F}"/>
              </a:ext>
            </a:extLst>
          </p:cNvPr>
          <p:cNvCxnSpPr>
            <a:cxnSpLocks/>
          </p:cNvCxnSpPr>
          <p:nvPr/>
        </p:nvCxnSpPr>
        <p:spPr>
          <a:xfrm flipH="1">
            <a:off x="4522839" y="4581832"/>
            <a:ext cx="1868132" cy="8866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7254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C7ED357-1286-A5ED-04FE-1ADAC915D825}"/>
              </a:ext>
            </a:extLst>
          </p:cNvPr>
          <p:cNvSpPr>
            <a:spLocks noGrp="1"/>
          </p:cNvSpPr>
          <p:nvPr>
            <p:ph type="sldNum" sz="quarter" idx="12"/>
          </p:nvPr>
        </p:nvSpPr>
        <p:spPr/>
        <p:txBody>
          <a:bodyPr/>
          <a:lstStyle/>
          <a:p>
            <a:fld id="{2C80D52C-A15E-4981-8A76-803099B9450A}" type="slidenum">
              <a:rPr kumimoji="1" lang="ja-JP" altLang="en-US" smtClean="0"/>
              <a:t>37</a:t>
            </a:fld>
            <a:endParaRPr kumimoji="1" lang="ja-JP" altLang="en-US"/>
          </a:p>
        </p:txBody>
      </p:sp>
      <p:pic>
        <p:nvPicPr>
          <p:cNvPr id="4" name="図 3" descr="グラフィカル ユーザー インターフェイス, テキスト, アプリケーション, メール&#10;&#10;AI によって生成されたコンテンツは間違っている可能性があります。">
            <a:extLst>
              <a:ext uri="{FF2B5EF4-FFF2-40B4-BE49-F238E27FC236}">
                <a16:creationId xmlns:a16="http://schemas.microsoft.com/office/drawing/2014/main" id="{3D1F8555-CD8E-9328-F342-545375DAB4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4095" y="786827"/>
            <a:ext cx="10483809" cy="5569523"/>
          </a:xfrm>
          <a:prstGeom prst="rect">
            <a:avLst/>
          </a:prstGeom>
        </p:spPr>
      </p:pic>
      <p:sp>
        <p:nvSpPr>
          <p:cNvPr id="5" name="正方形/長方形 4">
            <a:extLst>
              <a:ext uri="{FF2B5EF4-FFF2-40B4-BE49-F238E27FC236}">
                <a16:creationId xmlns:a16="http://schemas.microsoft.com/office/drawing/2014/main" id="{4E73F9B8-8CD3-5063-0956-268DDD97B8E9}"/>
              </a:ext>
            </a:extLst>
          </p:cNvPr>
          <p:cNvSpPr/>
          <p:nvPr/>
        </p:nvSpPr>
        <p:spPr>
          <a:xfrm>
            <a:off x="3441290" y="3303639"/>
            <a:ext cx="6794091" cy="2753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08DCCCCE-21E4-D4B7-708B-1158EED7F27C}"/>
              </a:ext>
            </a:extLst>
          </p:cNvPr>
          <p:cNvSpPr txBox="1"/>
          <p:nvPr/>
        </p:nvSpPr>
        <p:spPr>
          <a:xfrm>
            <a:off x="4522839" y="1337702"/>
            <a:ext cx="5073444" cy="923330"/>
          </a:xfrm>
          <a:prstGeom prst="rect">
            <a:avLst/>
          </a:prstGeom>
          <a:noFill/>
        </p:spPr>
        <p:txBody>
          <a:bodyPr wrap="square" rtlCol="0">
            <a:spAutoFit/>
          </a:bodyPr>
          <a:lstStyle/>
          <a:p>
            <a:r>
              <a:rPr kumimoji="1" lang="ja-JP" altLang="en-US" dirty="0"/>
              <a:t>本部が差し戻すと、担当の上司のリストとステータスが変わります。　</a:t>
            </a:r>
            <a:r>
              <a:rPr kumimoji="1" lang="en-US" altLang="ja-JP" dirty="0"/>
              <a:t>※</a:t>
            </a:r>
            <a:r>
              <a:rPr kumimoji="1" lang="ja-JP" altLang="en-US" dirty="0"/>
              <a:t>担当が上書きが再申請すると消えます</a:t>
            </a:r>
          </a:p>
        </p:txBody>
      </p:sp>
      <p:cxnSp>
        <p:nvCxnSpPr>
          <p:cNvPr id="8" name="直線矢印コネクタ 7">
            <a:extLst>
              <a:ext uri="{FF2B5EF4-FFF2-40B4-BE49-F238E27FC236}">
                <a16:creationId xmlns:a16="http://schemas.microsoft.com/office/drawing/2014/main" id="{C6BE9D19-7263-7409-CB26-19007DE6FA68}"/>
              </a:ext>
            </a:extLst>
          </p:cNvPr>
          <p:cNvCxnSpPr/>
          <p:nvPr/>
        </p:nvCxnSpPr>
        <p:spPr>
          <a:xfrm>
            <a:off x="6341806" y="2300791"/>
            <a:ext cx="717755" cy="10028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012823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BF46D997-4485-1784-ACFF-FD3FFC8173F0}"/>
              </a:ext>
            </a:extLst>
          </p:cNvPr>
          <p:cNvSpPr>
            <a:spLocks noGrp="1"/>
          </p:cNvSpPr>
          <p:nvPr>
            <p:ph type="sldNum" sz="quarter" idx="12"/>
          </p:nvPr>
        </p:nvSpPr>
        <p:spPr/>
        <p:txBody>
          <a:bodyPr/>
          <a:lstStyle/>
          <a:p>
            <a:fld id="{2C80D52C-A15E-4981-8A76-803099B9450A}" type="slidenum">
              <a:rPr kumimoji="1" lang="ja-JP" altLang="en-US" smtClean="0"/>
              <a:t>38</a:t>
            </a:fld>
            <a:endParaRPr kumimoji="1" lang="ja-JP" altLang="en-US"/>
          </a:p>
        </p:txBody>
      </p:sp>
      <p:pic>
        <p:nvPicPr>
          <p:cNvPr id="4" name="図 3" descr="グラフィカル ユーザー インターフェイス, アプリケーション, テーブル&#10;&#10;AI によって生成されたコンテンツは間違っている可能性があります。">
            <a:extLst>
              <a:ext uri="{FF2B5EF4-FFF2-40B4-BE49-F238E27FC236}">
                <a16:creationId xmlns:a16="http://schemas.microsoft.com/office/drawing/2014/main" id="{8D36178D-0B21-91D2-3DCA-A37CABC354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7589" y="786827"/>
            <a:ext cx="10483809" cy="5569523"/>
          </a:xfrm>
          <a:prstGeom prst="rect">
            <a:avLst/>
          </a:prstGeom>
        </p:spPr>
      </p:pic>
      <p:sp>
        <p:nvSpPr>
          <p:cNvPr id="5" name="テキスト ボックス 4">
            <a:extLst>
              <a:ext uri="{FF2B5EF4-FFF2-40B4-BE49-F238E27FC236}">
                <a16:creationId xmlns:a16="http://schemas.microsoft.com/office/drawing/2014/main" id="{99201840-3F0A-4EC3-C666-3E20CACC71AB}"/>
              </a:ext>
            </a:extLst>
          </p:cNvPr>
          <p:cNvSpPr txBox="1"/>
          <p:nvPr/>
        </p:nvSpPr>
        <p:spPr>
          <a:xfrm>
            <a:off x="5024284" y="1652334"/>
            <a:ext cx="5073444" cy="646331"/>
          </a:xfrm>
          <a:prstGeom prst="rect">
            <a:avLst/>
          </a:prstGeom>
          <a:noFill/>
        </p:spPr>
        <p:txBody>
          <a:bodyPr wrap="square" rtlCol="0">
            <a:spAutoFit/>
          </a:bodyPr>
          <a:lstStyle/>
          <a:p>
            <a:r>
              <a:rPr kumimoji="1" lang="ja-JP" altLang="en-US" dirty="0"/>
              <a:t>承認するとリストの色が消え、ステータスが承認済になります</a:t>
            </a:r>
          </a:p>
        </p:txBody>
      </p:sp>
      <p:sp>
        <p:nvSpPr>
          <p:cNvPr id="6" name="正方形/長方形 5">
            <a:extLst>
              <a:ext uri="{FF2B5EF4-FFF2-40B4-BE49-F238E27FC236}">
                <a16:creationId xmlns:a16="http://schemas.microsoft.com/office/drawing/2014/main" id="{257293AE-3FD2-EF57-EFBB-CE87BCF41CBC}"/>
              </a:ext>
            </a:extLst>
          </p:cNvPr>
          <p:cNvSpPr/>
          <p:nvPr/>
        </p:nvSpPr>
        <p:spPr>
          <a:xfrm>
            <a:off x="3441290" y="3303640"/>
            <a:ext cx="6430297" cy="2458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矢印コネクタ 6">
            <a:extLst>
              <a:ext uri="{FF2B5EF4-FFF2-40B4-BE49-F238E27FC236}">
                <a16:creationId xmlns:a16="http://schemas.microsoft.com/office/drawing/2014/main" id="{65292CF3-260A-831C-1041-4005D1E6B3FB}"/>
              </a:ext>
            </a:extLst>
          </p:cNvPr>
          <p:cNvCxnSpPr/>
          <p:nvPr/>
        </p:nvCxnSpPr>
        <p:spPr>
          <a:xfrm>
            <a:off x="6341806" y="2300791"/>
            <a:ext cx="717755" cy="10028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71224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9B15AEE9-24B2-87A2-D566-85FAEEAACEA9}"/>
              </a:ext>
            </a:extLst>
          </p:cNvPr>
          <p:cNvSpPr>
            <a:spLocks noGrp="1"/>
          </p:cNvSpPr>
          <p:nvPr>
            <p:ph type="sldNum" sz="quarter" idx="12"/>
          </p:nvPr>
        </p:nvSpPr>
        <p:spPr/>
        <p:txBody>
          <a:bodyPr/>
          <a:lstStyle/>
          <a:p>
            <a:fld id="{2C80D52C-A15E-4981-8A76-803099B9450A}" type="slidenum">
              <a:rPr kumimoji="1" lang="ja-JP" altLang="en-US" smtClean="0"/>
              <a:t>39</a:t>
            </a:fld>
            <a:endParaRPr kumimoji="1" lang="ja-JP" altLang="en-US"/>
          </a:p>
        </p:txBody>
      </p:sp>
      <p:pic>
        <p:nvPicPr>
          <p:cNvPr id="4" name="図 3" descr="スクリーンショットの画面&#10;&#10;AI によって生成されたコンテンツは間違っている可能性があります。">
            <a:extLst>
              <a:ext uri="{FF2B5EF4-FFF2-40B4-BE49-F238E27FC236}">
                <a16:creationId xmlns:a16="http://schemas.microsoft.com/office/drawing/2014/main" id="{0D0CBAF0-88ED-7219-AB69-AACB3CBD59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7085" y="786827"/>
            <a:ext cx="10483809" cy="5569523"/>
          </a:xfrm>
          <a:prstGeom prst="rect">
            <a:avLst/>
          </a:prstGeom>
        </p:spPr>
      </p:pic>
      <p:sp>
        <p:nvSpPr>
          <p:cNvPr id="5" name="テキスト ボックス 4">
            <a:extLst>
              <a:ext uri="{FF2B5EF4-FFF2-40B4-BE49-F238E27FC236}">
                <a16:creationId xmlns:a16="http://schemas.microsoft.com/office/drawing/2014/main" id="{11EF4D82-E900-186E-DD63-DA3CB6DF23E4}"/>
              </a:ext>
            </a:extLst>
          </p:cNvPr>
          <p:cNvSpPr txBox="1"/>
          <p:nvPr/>
        </p:nvSpPr>
        <p:spPr>
          <a:xfrm>
            <a:off x="3708073" y="4123494"/>
            <a:ext cx="7097577" cy="369332"/>
          </a:xfrm>
          <a:prstGeom prst="rect">
            <a:avLst/>
          </a:prstGeom>
          <a:noFill/>
        </p:spPr>
        <p:txBody>
          <a:bodyPr wrap="square" rtlCol="0">
            <a:spAutoFit/>
          </a:bodyPr>
          <a:lstStyle/>
          <a:p>
            <a:r>
              <a:rPr kumimoji="1" lang="ja-JP" altLang="en-US" dirty="0"/>
              <a:t>承認後は閲覧か案件を除外するしかできません</a:t>
            </a:r>
          </a:p>
        </p:txBody>
      </p:sp>
    </p:spTree>
    <p:extLst>
      <p:ext uri="{BB962C8B-B14F-4D97-AF65-F5344CB8AC3E}">
        <p14:creationId xmlns:p14="http://schemas.microsoft.com/office/powerpoint/2010/main" val="16193764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0ACC908-B62A-4301-A87F-2655E4989586}"/>
              </a:ext>
            </a:extLst>
          </p:cNvPr>
          <p:cNvSpPr>
            <a:spLocks noGrp="1"/>
          </p:cNvSpPr>
          <p:nvPr>
            <p:ph type="sldNum" sz="quarter" idx="12"/>
          </p:nvPr>
        </p:nvSpPr>
        <p:spPr/>
        <p:txBody>
          <a:bodyPr/>
          <a:lstStyle/>
          <a:p>
            <a:fld id="{2C80D52C-A15E-4981-8A76-803099B9450A}" type="slidenum">
              <a:rPr kumimoji="1" lang="ja-JP" altLang="en-US" smtClean="0"/>
              <a:t>40</a:t>
            </a:fld>
            <a:endParaRPr kumimoji="1" lang="ja-JP" altLang="en-US"/>
          </a:p>
        </p:txBody>
      </p:sp>
      <p:pic>
        <p:nvPicPr>
          <p:cNvPr id="4" name="図 3"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EB31BB9D-2B66-D61E-1691-212F7183C5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991" y="786827"/>
            <a:ext cx="10483809" cy="5569523"/>
          </a:xfrm>
          <a:prstGeom prst="rect">
            <a:avLst/>
          </a:prstGeom>
        </p:spPr>
      </p:pic>
      <p:sp>
        <p:nvSpPr>
          <p:cNvPr id="5" name="テキスト ボックス 4">
            <a:extLst>
              <a:ext uri="{FF2B5EF4-FFF2-40B4-BE49-F238E27FC236}">
                <a16:creationId xmlns:a16="http://schemas.microsoft.com/office/drawing/2014/main" id="{5580C212-4CED-F0D1-F207-CFDEE94F9D06}"/>
              </a:ext>
            </a:extLst>
          </p:cNvPr>
          <p:cNvSpPr txBox="1"/>
          <p:nvPr/>
        </p:nvSpPr>
        <p:spPr>
          <a:xfrm>
            <a:off x="6556315" y="2117713"/>
            <a:ext cx="2745002" cy="369332"/>
          </a:xfrm>
          <a:prstGeom prst="rect">
            <a:avLst/>
          </a:prstGeom>
          <a:noFill/>
        </p:spPr>
        <p:txBody>
          <a:bodyPr wrap="square" rtlCol="0">
            <a:spAutoFit/>
          </a:bodyPr>
          <a:lstStyle/>
          <a:p>
            <a:r>
              <a:rPr kumimoji="1" lang="ja-JP" altLang="en-US" dirty="0"/>
              <a:t>検索は全部署可能です</a:t>
            </a:r>
          </a:p>
        </p:txBody>
      </p:sp>
    </p:spTree>
    <p:extLst>
      <p:ext uri="{BB962C8B-B14F-4D97-AF65-F5344CB8AC3E}">
        <p14:creationId xmlns:p14="http://schemas.microsoft.com/office/powerpoint/2010/main" val="14045889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4DF0D5B9-EE55-44BF-4FE7-E15726220640}"/>
              </a:ext>
            </a:extLst>
          </p:cNvPr>
          <p:cNvSpPr>
            <a:spLocks noGrp="1"/>
          </p:cNvSpPr>
          <p:nvPr>
            <p:ph type="sldNum" sz="quarter" idx="12"/>
          </p:nvPr>
        </p:nvSpPr>
        <p:spPr/>
        <p:txBody>
          <a:bodyPr/>
          <a:lstStyle/>
          <a:p>
            <a:fld id="{2C80D52C-A15E-4981-8A76-803099B9450A}" type="slidenum">
              <a:rPr kumimoji="1" lang="ja-JP" altLang="en-US" smtClean="0"/>
              <a:t>41</a:t>
            </a:fld>
            <a:endParaRPr kumimoji="1" lang="ja-JP" altLang="en-US"/>
          </a:p>
        </p:txBody>
      </p:sp>
      <p:pic>
        <p:nvPicPr>
          <p:cNvPr id="4" name="図 3" descr="スクリーンショットの画面&#10;&#10;AI によって生成されたコンテンツは間違っている可能性があります。">
            <a:extLst>
              <a:ext uri="{FF2B5EF4-FFF2-40B4-BE49-F238E27FC236}">
                <a16:creationId xmlns:a16="http://schemas.microsoft.com/office/drawing/2014/main" id="{B08B8C15-D009-D394-1329-A8FD62749F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8596" y="644238"/>
            <a:ext cx="10483809" cy="5569523"/>
          </a:xfrm>
          <a:prstGeom prst="rect">
            <a:avLst/>
          </a:prstGeom>
        </p:spPr>
      </p:pic>
      <p:sp>
        <p:nvSpPr>
          <p:cNvPr id="6" name="テキスト ボックス 5">
            <a:extLst>
              <a:ext uri="{FF2B5EF4-FFF2-40B4-BE49-F238E27FC236}">
                <a16:creationId xmlns:a16="http://schemas.microsoft.com/office/drawing/2014/main" id="{D06E7CC1-23EB-6995-C5B4-73695AA5B11A}"/>
              </a:ext>
            </a:extLst>
          </p:cNvPr>
          <p:cNvSpPr txBox="1"/>
          <p:nvPr/>
        </p:nvSpPr>
        <p:spPr>
          <a:xfrm>
            <a:off x="668596" y="274906"/>
            <a:ext cx="6096000" cy="369332"/>
          </a:xfrm>
          <a:prstGeom prst="rect">
            <a:avLst/>
          </a:prstGeom>
          <a:noFill/>
        </p:spPr>
        <p:txBody>
          <a:bodyPr wrap="square">
            <a:spAutoFit/>
          </a:bodyPr>
          <a:lstStyle/>
          <a:p>
            <a:r>
              <a:rPr kumimoji="1" lang="en-US" altLang="ja-JP" dirty="0">
                <a:latin typeface="メイリオ" panose="020B0604030504040204" pitchFamily="50" charset="-128"/>
                <a:ea typeface="メイリオ" panose="020B0604030504040204" pitchFamily="50" charset="-128"/>
              </a:rPr>
              <a:t>5</a:t>
            </a:r>
            <a:r>
              <a:rPr kumimoji="1" lang="ja-JP" altLang="en-US" dirty="0">
                <a:latin typeface="メイリオ" panose="020B0604030504040204" pitchFamily="50" charset="-128"/>
                <a:ea typeface="メイリオ" panose="020B0604030504040204" pitchFamily="50" charset="-128"/>
              </a:rPr>
              <a:t>．案件を除外</a:t>
            </a:r>
          </a:p>
        </p:txBody>
      </p:sp>
      <p:sp>
        <p:nvSpPr>
          <p:cNvPr id="7" name="テキスト ボックス 6">
            <a:extLst>
              <a:ext uri="{FF2B5EF4-FFF2-40B4-BE49-F238E27FC236}">
                <a16:creationId xmlns:a16="http://schemas.microsoft.com/office/drawing/2014/main" id="{2E11E261-18A1-E0F0-07AB-CAA30DE45BCF}"/>
              </a:ext>
            </a:extLst>
          </p:cNvPr>
          <p:cNvSpPr txBox="1"/>
          <p:nvPr/>
        </p:nvSpPr>
        <p:spPr>
          <a:xfrm>
            <a:off x="3478817" y="2982951"/>
            <a:ext cx="6727067" cy="1200329"/>
          </a:xfrm>
          <a:prstGeom prst="rect">
            <a:avLst/>
          </a:prstGeom>
          <a:noFill/>
        </p:spPr>
        <p:txBody>
          <a:bodyPr wrap="square" rtlCol="0">
            <a:spAutoFit/>
          </a:bodyPr>
          <a:lstStyle/>
          <a:p>
            <a:r>
              <a:rPr kumimoji="1" lang="ja-JP" altLang="en-US" dirty="0"/>
              <a:t>本部課長はステータスが「本部確認待ち」「承認済」を、部署課長は部下の案件でステータスが「課長確認待ち」を除外することが可能です。</a:t>
            </a:r>
            <a:endParaRPr kumimoji="1" lang="en-US" altLang="ja-JP" dirty="0"/>
          </a:p>
          <a:p>
            <a:r>
              <a:rPr kumimoji="1" lang="ja-JP" altLang="en-US" dirty="0"/>
              <a:t>不要な案件を開いて「案件を除外する」をクリック。</a:t>
            </a:r>
          </a:p>
        </p:txBody>
      </p:sp>
      <p:sp>
        <p:nvSpPr>
          <p:cNvPr id="8" name="正方形/長方形 7">
            <a:extLst>
              <a:ext uri="{FF2B5EF4-FFF2-40B4-BE49-F238E27FC236}">
                <a16:creationId xmlns:a16="http://schemas.microsoft.com/office/drawing/2014/main" id="{16D238B0-4EEA-AB7E-3315-1D51244B1337}"/>
              </a:ext>
            </a:extLst>
          </p:cNvPr>
          <p:cNvSpPr/>
          <p:nvPr/>
        </p:nvSpPr>
        <p:spPr>
          <a:xfrm>
            <a:off x="5628971" y="4697593"/>
            <a:ext cx="1381430" cy="3168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 name="直線矢印コネクタ 9">
            <a:extLst>
              <a:ext uri="{FF2B5EF4-FFF2-40B4-BE49-F238E27FC236}">
                <a16:creationId xmlns:a16="http://schemas.microsoft.com/office/drawing/2014/main" id="{8DA9FA95-1A82-7252-D798-F36E6AD6A5DF}"/>
              </a:ext>
            </a:extLst>
          </p:cNvPr>
          <p:cNvCxnSpPr>
            <a:cxnSpLocks/>
          </p:cNvCxnSpPr>
          <p:nvPr/>
        </p:nvCxnSpPr>
        <p:spPr>
          <a:xfrm flipH="1">
            <a:off x="6351639" y="4183280"/>
            <a:ext cx="255638" cy="5143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758251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C99AC686-78AB-F1FF-0956-D109719E6044}"/>
              </a:ext>
            </a:extLst>
          </p:cNvPr>
          <p:cNvSpPr>
            <a:spLocks noGrp="1"/>
          </p:cNvSpPr>
          <p:nvPr>
            <p:ph type="sldNum" sz="quarter" idx="12"/>
          </p:nvPr>
        </p:nvSpPr>
        <p:spPr/>
        <p:txBody>
          <a:bodyPr/>
          <a:lstStyle/>
          <a:p>
            <a:fld id="{2C80D52C-A15E-4981-8A76-803099B9450A}" type="slidenum">
              <a:rPr kumimoji="1" lang="ja-JP" altLang="en-US" smtClean="0"/>
              <a:t>42</a:t>
            </a:fld>
            <a:endParaRPr kumimoji="1" lang="ja-JP" altLang="en-US"/>
          </a:p>
        </p:txBody>
      </p:sp>
      <p:pic>
        <p:nvPicPr>
          <p:cNvPr id="4" name="図 3" descr="コンピューターのスクリーンショット&#10;&#10;AI によって生成されたコンテンツは間違っている可能性があります。">
            <a:extLst>
              <a:ext uri="{FF2B5EF4-FFF2-40B4-BE49-F238E27FC236}">
                <a16:creationId xmlns:a16="http://schemas.microsoft.com/office/drawing/2014/main" id="{DD0A7A0E-75F6-568E-FE87-42CE7C6BE7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7757" y="786827"/>
            <a:ext cx="10483809" cy="5569523"/>
          </a:xfrm>
          <a:prstGeom prst="rect">
            <a:avLst/>
          </a:prstGeom>
        </p:spPr>
      </p:pic>
      <p:sp>
        <p:nvSpPr>
          <p:cNvPr id="5" name="テキスト ボックス 4">
            <a:extLst>
              <a:ext uri="{FF2B5EF4-FFF2-40B4-BE49-F238E27FC236}">
                <a16:creationId xmlns:a16="http://schemas.microsoft.com/office/drawing/2014/main" id="{0696BA7C-F71A-5304-A693-7767283F5651}"/>
              </a:ext>
            </a:extLst>
          </p:cNvPr>
          <p:cNvSpPr txBox="1"/>
          <p:nvPr/>
        </p:nvSpPr>
        <p:spPr>
          <a:xfrm>
            <a:off x="3488649" y="3248423"/>
            <a:ext cx="6727067" cy="646331"/>
          </a:xfrm>
          <a:prstGeom prst="rect">
            <a:avLst/>
          </a:prstGeom>
          <a:noFill/>
        </p:spPr>
        <p:txBody>
          <a:bodyPr wrap="square" rtlCol="0">
            <a:spAutoFit/>
          </a:bodyPr>
          <a:lstStyle/>
          <a:p>
            <a:r>
              <a:rPr kumimoji="1" lang="ja-JP" altLang="en-US" dirty="0"/>
              <a:t>警告が出るため、良ければ「上記内容を理解し、実行します」にチェックを入れると実行されます。</a:t>
            </a:r>
          </a:p>
        </p:txBody>
      </p:sp>
    </p:spTree>
    <p:extLst>
      <p:ext uri="{BB962C8B-B14F-4D97-AF65-F5344CB8AC3E}">
        <p14:creationId xmlns:p14="http://schemas.microsoft.com/office/powerpoint/2010/main" val="38742475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1EF55538-55E1-B15E-0977-BD806B3F2C02}"/>
              </a:ext>
            </a:extLst>
          </p:cNvPr>
          <p:cNvSpPr>
            <a:spLocks noGrp="1"/>
          </p:cNvSpPr>
          <p:nvPr>
            <p:ph type="sldNum" sz="quarter" idx="12"/>
          </p:nvPr>
        </p:nvSpPr>
        <p:spPr/>
        <p:txBody>
          <a:bodyPr/>
          <a:lstStyle/>
          <a:p>
            <a:fld id="{2C80D52C-A15E-4981-8A76-803099B9450A}" type="slidenum">
              <a:rPr kumimoji="1" lang="ja-JP" altLang="en-US" smtClean="0"/>
              <a:t>43</a:t>
            </a:fld>
            <a:endParaRPr kumimoji="1" lang="ja-JP" altLang="en-US"/>
          </a:p>
        </p:txBody>
      </p:sp>
      <p:pic>
        <p:nvPicPr>
          <p:cNvPr id="4" name="図 3" descr="グラフィカル ユーザー インターフェイス, アプリケーション, テーブル&#10;&#10;AI によって生成されたコンテンツは間違っている可能性があります。">
            <a:extLst>
              <a:ext uri="{FF2B5EF4-FFF2-40B4-BE49-F238E27FC236}">
                <a16:creationId xmlns:a16="http://schemas.microsoft.com/office/drawing/2014/main" id="{461D4D6C-D65C-5644-0133-03AA8B688C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200" y="786827"/>
            <a:ext cx="10483809" cy="5569523"/>
          </a:xfrm>
          <a:prstGeom prst="rect">
            <a:avLst/>
          </a:prstGeom>
        </p:spPr>
      </p:pic>
      <p:sp>
        <p:nvSpPr>
          <p:cNvPr id="5" name="正方形/長方形 4">
            <a:extLst>
              <a:ext uri="{FF2B5EF4-FFF2-40B4-BE49-F238E27FC236}">
                <a16:creationId xmlns:a16="http://schemas.microsoft.com/office/drawing/2014/main" id="{AD5FABED-ADF2-7C26-38AA-176BF91E5B94}"/>
              </a:ext>
            </a:extLst>
          </p:cNvPr>
          <p:cNvSpPr/>
          <p:nvPr/>
        </p:nvSpPr>
        <p:spPr>
          <a:xfrm>
            <a:off x="3657599" y="4699821"/>
            <a:ext cx="6430297" cy="2458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7AF01AF4-1EDC-C0FE-BAF0-01CA88DEAF5C}"/>
              </a:ext>
            </a:extLst>
          </p:cNvPr>
          <p:cNvSpPr txBox="1"/>
          <p:nvPr/>
        </p:nvSpPr>
        <p:spPr>
          <a:xfrm>
            <a:off x="5228959" y="2068552"/>
            <a:ext cx="4858937" cy="646331"/>
          </a:xfrm>
          <a:prstGeom prst="rect">
            <a:avLst/>
          </a:prstGeom>
          <a:noFill/>
        </p:spPr>
        <p:txBody>
          <a:bodyPr wrap="square" rtlCol="0">
            <a:spAutoFit/>
          </a:bodyPr>
          <a:lstStyle/>
          <a:p>
            <a:r>
              <a:rPr kumimoji="1" lang="ja-JP" altLang="en-US" dirty="0"/>
              <a:t>除外後は閲覧しかできません。予算や実績金額からも除外されます。</a:t>
            </a:r>
          </a:p>
        </p:txBody>
      </p:sp>
      <p:cxnSp>
        <p:nvCxnSpPr>
          <p:cNvPr id="8" name="直線矢印コネクタ 7">
            <a:extLst>
              <a:ext uri="{FF2B5EF4-FFF2-40B4-BE49-F238E27FC236}">
                <a16:creationId xmlns:a16="http://schemas.microsoft.com/office/drawing/2014/main" id="{430C6F92-7AD6-F2B4-949A-90538632BACC}"/>
              </a:ext>
            </a:extLst>
          </p:cNvPr>
          <p:cNvCxnSpPr/>
          <p:nvPr/>
        </p:nvCxnSpPr>
        <p:spPr>
          <a:xfrm flipH="1">
            <a:off x="6204155" y="2635045"/>
            <a:ext cx="1042219" cy="206477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551308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6EE0B048-AC15-E560-C51C-FB3285F70212}"/>
              </a:ext>
            </a:extLst>
          </p:cNvPr>
          <p:cNvSpPr>
            <a:spLocks noGrp="1"/>
          </p:cNvSpPr>
          <p:nvPr>
            <p:ph type="sldNum" sz="quarter" idx="12"/>
          </p:nvPr>
        </p:nvSpPr>
        <p:spPr/>
        <p:txBody>
          <a:bodyPr/>
          <a:lstStyle/>
          <a:p>
            <a:fld id="{2C80D52C-A15E-4981-8A76-803099B9450A}" type="slidenum">
              <a:rPr kumimoji="1" lang="ja-JP" altLang="en-US" smtClean="0"/>
              <a:t>44</a:t>
            </a:fld>
            <a:endParaRPr kumimoji="1" lang="ja-JP" altLang="en-US"/>
          </a:p>
        </p:txBody>
      </p:sp>
    </p:spTree>
    <p:extLst>
      <p:ext uri="{BB962C8B-B14F-4D97-AF65-F5344CB8AC3E}">
        <p14:creationId xmlns:p14="http://schemas.microsoft.com/office/powerpoint/2010/main" val="308619108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165</TotalTime>
  <Words>828</Words>
  <Application>Microsoft Office PowerPoint</Application>
  <PresentationFormat>ワイド画面</PresentationFormat>
  <Paragraphs>108</Paragraphs>
  <Slides>44</Slides>
  <Notes>1</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44</vt:i4>
      </vt:variant>
    </vt:vector>
  </HeadingPairs>
  <TitlesOfParts>
    <vt:vector size="51" baseType="lpstr">
      <vt:lpstr>Noto Sans JP</vt:lpstr>
      <vt:lpstr>メイリオ</vt:lpstr>
      <vt:lpstr>游ゴシック</vt:lpstr>
      <vt:lpstr>游ゴシック Light</vt:lpstr>
      <vt:lpstr>Arial</vt:lpstr>
      <vt:lpstr>Calibri</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康之 加賀</dc:creator>
  <cp:lastModifiedBy>康之 加賀</cp:lastModifiedBy>
  <cp:revision>23</cp:revision>
  <dcterms:created xsi:type="dcterms:W3CDTF">2026-05-11T05:58:43Z</dcterms:created>
  <dcterms:modified xsi:type="dcterms:W3CDTF">2026-05-12T02:39:22Z</dcterms:modified>
</cp:coreProperties>
</file>