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EDDFCF-4C9F-4147-B793-F1097DFF70D3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FAB56-021A-401F-90A1-7D00D3EF47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6270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8C3B88-B702-1F3B-BD57-3A9F8D237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E34E868-4211-99DF-1B6E-E1E40ADDC1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7965F6-067E-3108-3578-5E35A97AC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3C7BA-3DDA-4DC8-90E5-A3C486E082F4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62A688-69C0-C481-E6A1-5A9DB83C3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435694-09D1-75E4-ED70-D09FEBF95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3939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925EB5-534E-5941-DA7B-FDEA3F8EA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C1B39F-5705-A698-D62F-0A256CFE0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D0C5BA-6A38-B645-E94A-1537AC73E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CA06-59B1-46EC-868F-58B6A5A56319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02ACEE-55C1-F71E-2EF4-6F21203C9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5B4C75-C240-185D-6C74-06326A21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934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A848F1-1966-122E-8F80-4A7925356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5127E7-69BC-D4F5-3125-68E33B430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C1EE17-B1FF-86BC-B737-47C11B2A3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DB936-988F-4EAF-BD56-E2EEB1248FB8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C5516E-B171-61ED-C453-4A6197F58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DA47FC-633C-D50F-29E1-731497D06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1410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F05C4E-C07D-FA46-80EF-DC90A4CB6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3FDF09-9910-91E6-A4DB-DB29982E3E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3531787-18F4-12F6-9FB5-85D9E7DF9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064CCA-891E-CEB2-0EB3-32885110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0EBAF-26C8-48D1-9479-3FA84B125048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F04C18E-3E44-05DF-60B9-761DF497A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D6D87A8-C8AA-5765-378B-2E0D05BDF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9648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BF4FF7-FC34-ACD1-49A3-DEADC4F72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DB52F26-B275-60AC-378D-BAC934850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FC66640-D612-4F7A-8EC5-B9A63CD99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38FF1C2-6C47-7CA3-F8EF-2654CBB65B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D708C1B-94FB-B73F-9846-820FB2C28E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3215017-C5BC-5714-F98A-C627F8CAD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B108E-C1F6-46B9-80C3-862258983CF8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A85CEEF-D845-599E-9E4B-B1DF5CCD5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30D3160-522E-6114-0CBC-B629B784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2893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95B6E6-DB04-D15F-1E21-C49891376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ADE2C7E-9460-C1E1-75F5-28E713985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2C35-E760-4833-973A-0DD1522A587A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7B53227-1DF7-A146-FE59-537A00F32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E7DEC29-78D6-A809-6644-34171D46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913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9C6A4D8-D66E-EBC6-1E93-B0E64520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5BD4D-51F0-43CF-98EF-828D19E05E75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A70062B-060A-3E2F-7833-553FCC5CE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6A0B1A-B5B0-7AFB-2DDA-27EC3CA17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2090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1DBE23-7A1F-61E2-E669-323D194D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AAF5147-01D6-3B0D-3092-BB0ADD500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5B0F9A6-D5E3-7DA6-2544-1BE806983B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6F8FA61-D6DA-515C-2445-36FC31062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3077-74A8-4ADE-B409-1ED5DA1D8469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B97EECE-B0DE-7901-9765-5CD5A5E57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B53A08D-B222-8908-0545-BD3C0172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21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CDF097-4FA9-3AE2-77B9-C241C60BB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1E97E15-F39D-5625-23DF-5B91EB127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02F8DD-B465-7784-877C-5AF06356C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488721-E0F9-99AD-238C-584698735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12DC-DCE4-4AD6-840E-6623B6DC005F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23ACB1-0990-D6B3-94D5-3E82A9F92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B11FEF8-607B-6A5A-F489-DD620A4AF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8303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6FF440-5202-9AF6-FFC8-AC6F60D3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285033-FA60-AC42-68AB-489917F0B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3798E3-C6D8-6DE7-9D00-6C28697D9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60DE-181A-41C8-B8FB-C8655C819F4F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6143AE-3707-EF2A-B372-9D30CCF4C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39A353-36D3-4A23-48B1-0561E3C1D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1440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FF4F25F-0164-F451-3C42-8297F3B682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949C9D7-7901-8E77-F05C-34B9316E8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0AA5F9-B9FB-E789-5300-E8B38806B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CAE52-E379-4403-A9C3-F53B57A2E4B8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47D776-073A-D942-2F5D-A1DF4080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E2A5C6-AB9A-3480-B012-8487D80FA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7295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AA5827A-F746-CA1D-AAD1-2DCF274D9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8B7DB33-CE0A-3F26-A944-6840E3946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B0B0A3-BF33-E29C-8765-18302EF7D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53EEF6-12DC-4189-B57A-F5FB05733903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AF3C0B-4E7B-4571-55BD-680D784DD9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D0C3A0-35AE-5F8B-C850-0F6F4009D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80D52C-A15E-4981-8A76-803099B94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3958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84;p13" descr="image.png">
            <a:extLst>
              <a:ext uri="{FF2B5EF4-FFF2-40B4-BE49-F238E27FC236}">
                <a16:creationId xmlns:a16="http://schemas.microsoft.com/office/drawing/2014/main" id="{D7F205C5-879C-5929-F500-C8A79D25BBC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5;p13">
            <a:extLst>
              <a:ext uri="{FF2B5EF4-FFF2-40B4-BE49-F238E27FC236}">
                <a16:creationId xmlns:a16="http://schemas.microsoft.com/office/drawing/2014/main" id="{2CDE85F9-B3EB-1CF2-0989-99C6DF55B232}"/>
              </a:ext>
            </a:extLst>
          </p:cNvPr>
          <p:cNvSpPr txBox="1"/>
          <p:nvPr/>
        </p:nvSpPr>
        <p:spPr>
          <a:xfrm>
            <a:off x="2074607" y="2579340"/>
            <a:ext cx="7344696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4800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開発管理統合システム</a:t>
            </a:r>
            <a:br>
              <a:rPr lang="ja-JP" alt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ja-JP" altLang="en-US" sz="4800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 操作マニュアル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181ACEE-1FFF-A137-F74F-B81183ED4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9143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5619750" y="762000"/>
            <a:ext cx="9525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4095593" y="1283940"/>
            <a:ext cx="4000812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 err="1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目次</a:t>
            </a: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190851" y="2910780"/>
            <a:ext cx="381029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1. 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4190851" y="3482280"/>
            <a:ext cx="381029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2. 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4190851" y="4053780"/>
            <a:ext cx="381029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3. 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4190851" y="4625280"/>
            <a:ext cx="381029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4. 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4190851" y="5196780"/>
            <a:ext cx="381029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5. </a:t>
            </a:r>
            <a:endParaRPr dirty="0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A1D1997-A39E-FA06-C640-FFC7A7FEA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F437898-CFA0-E049-1EA0-77A0297E6A95}"/>
              </a:ext>
            </a:extLst>
          </p:cNvPr>
          <p:cNvSpPr txBox="1"/>
          <p:nvPr/>
        </p:nvSpPr>
        <p:spPr>
          <a:xfrm>
            <a:off x="1582994" y="698090"/>
            <a:ext cx="8377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．ログイン画面</a:t>
            </a:r>
          </a:p>
        </p:txBody>
      </p:sp>
      <p:pic>
        <p:nvPicPr>
          <p:cNvPr id="4" name="図 3" descr="グラフィカル ユーザー インターフェイス, アプリケーション">
            <a:extLst>
              <a:ext uri="{FF2B5EF4-FFF2-40B4-BE49-F238E27FC236}">
                <a16:creationId xmlns:a16="http://schemas.microsoft.com/office/drawing/2014/main" id="{F6B07288-8293-BE04-8EB7-375505820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019" y="1184173"/>
            <a:ext cx="9735864" cy="5172178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3C867BC-ACFE-8D07-1C0F-51E0419FB4BB}"/>
              </a:ext>
            </a:extLst>
          </p:cNvPr>
          <p:cNvSpPr txBox="1"/>
          <p:nvPr/>
        </p:nvSpPr>
        <p:spPr>
          <a:xfrm>
            <a:off x="1700981" y="3916003"/>
            <a:ext cx="32249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テストアカウント一覧にある</a:t>
            </a:r>
            <a:r>
              <a:rPr kumimoji="1" lang="en-US" altLang="ja-JP" dirty="0"/>
              <a:t>ID</a:t>
            </a:r>
            <a:r>
              <a:rPr kumimoji="1" lang="ja-JP" altLang="en-US" dirty="0"/>
              <a:t>とパスワードを入力して</a:t>
            </a:r>
            <a:endParaRPr kumimoji="1" lang="en-US" altLang="ja-JP" dirty="0"/>
          </a:p>
          <a:p>
            <a:r>
              <a:rPr kumimoji="1" lang="ja-JP" altLang="en-US" dirty="0"/>
              <a:t>エンターキーを押すか、ログインボタンをクリック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59497A5-FB64-F29E-3FAC-2E40FE911F90}"/>
              </a:ext>
            </a:extLst>
          </p:cNvPr>
          <p:cNvSpPr/>
          <p:nvPr/>
        </p:nvSpPr>
        <p:spPr>
          <a:xfrm>
            <a:off x="5476568" y="3156155"/>
            <a:ext cx="3451122" cy="2054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20D6DADA-6AB5-9AE3-3F62-0FE331984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206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グラフィカル ユーザー インターフェイス, テキスト, アプリケーション, メー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898D26D-14FF-90E5-D439-CFAAB5F42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95" y="1217719"/>
            <a:ext cx="9264761" cy="4921904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F437898-CFA0-E049-1EA0-77A0297E6A95}"/>
              </a:ext>
            </a:extLst>
          </p:cNvPr>
          <p:cNvSpPr txBox="1"/>
          <p:nvPr/>
        </p:nvSpPr>
        <p:spPr>
          <a:xfrm>
            <a:off x="1582994" y="698090"/>
            <a:ext cx="8377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．担当者操作</a:t>
            </a:r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20D6DADA-6AB5-9AE3-3F62-0FE331984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8812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60907B1-F981-602C-DBCB-AC3766A31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5</a:t>
            </a:fld>
            <a:endParaRPr kumimoji="1" lang="ja-JP" altLang="en-US"/>
          </a:p>
        </p:txBody>
      </p:sp>
      <p:pic>
        <p:nvPicPr>
          <p:cNvPr id="4" name="図 3" descr="グラフィカル ユーザー インターフェイス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C4561F2-AA69-E936-E380-C54E320364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67" y="1129053"/>
            <a:ext cx="9516117" cy="505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132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EEA7EDB-B88F-7456-5276-C4930304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6</a:t>
            </a:fld>
            <a:endParaRPr kumimoji="1" lang="ja-JP" altLang="en-US"/>
          </a:p>
        </p:txBody>
      </p:sp>
      <p:pic>
        <p:nvPicPr>
          <p:cNvPr id="4" name="図 3" descr="グラフィカル ユーザー インターフェイス, アプリケーション, Teams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C8F6406-C475-C94B-9306-CAEF03764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529" y="1044166"/>
            <a:ext cx="9881419" cy="524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502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3A278F6-A297-4040-0B76-702C9012B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7</a:t>
            </a:fld>
            <a:endParaRPr kumimoji="1" lang="ja-JP" altLang="en-US"/>
          </a:p>
        </p:txBody>
      </p:sp>
      <p:pic>
        <p:nvPicPr>
          <p:cNvPr id="4" name="図 3" descr="グラフィカル ユーザー インターフェイス, テキスト, アプリケーション, メー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9E3B954-5888-EF16-D071-43F521CB6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40" y="1110774"/>
            <a:ext cx="9874026" cy="524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468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F8BC6BF-F5E9-E5BF-1447-A1769ACE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8</a:t>
            </a:fld>
            <a:endParaRPr kumimoji="1" lang="ja-JP" altLang="en-US"/>
          </a:p>
        </p:txBody>
      </p:sp>
      <p:pic>
        <p:nvPicPr>
          <p:cNvPr id="4" name="図 3" descr="グラフィカル ユーザー インターフェイス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151C98D-36E3-D7FE-B29F-94E496D4A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542" y="1096194"/>
            <a:ext cx="9752380" cy="5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222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B6C1ECD-4CE9-7B49-0D24-1391D11AC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9</a:t>
            </a:fld>
            <a:endParaRPr kumimoji="1" lang="ja-JP" altLang="en-US"/>
          </a:p>
        </p:txBody>
      </p:sp>
      <p:pic>
        <p:nvPicPr>
          <p:cNvPr id="4" name="図 3" descr="グラフィカル ユーザー インターフェイス, テキスト, アプリケーション, メー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8D47039-A098-3BC2-BEFE-8E04A03ED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176" y="1045907"/>
            <a:ext cx="9752380" cy="5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0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62DC175-FBF4-0968-D3AC-1508F62D3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10</a:t>
            </a:fld>
            <a:endParaRPr kumimoji="1" lang="ja-JP" altLang="en-US"/>
          </a:p>
        </p:txBody>
      </p:sp>
      <p:pic>
        <p:nvPicPr>
          <p:cNvPr id="4" name="図 3" descr="グラフィカル ユーザー インターフェイス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0DD602E-ECD9-DE8D-3C12-B4594818D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810" y="1175398"/>
            <a:ext cx="9752380" cy="5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871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C7671C3-7EBF-9E8D-4ED3-046A8196A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11</a:t>
            </a:fld>
            <a:endParaRPr kumimoji="1" lang="ja-JP" altLang="en-US"/>
          </a:p>
        </p:txBody>
      </p:sp>
      <p:pic>
        <p:nvPicPr>
          <p:cNvPr id="4" name="図 3" descr="グラフィカル ユーザー インターフェイス, テキスト, アプリケーション, メー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46D6EAB-33F8-8561-1103-3A1E469BF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677" y="1120877"/>
            <a:ext cx="9855008" cy="523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197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38CC617-B152-70DE-D9F7-E4C40370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12</a:t>
            </a:fld>
            <a:endParaRPr kumimoji="1" lang="ja-JP" altLang="en-US"/>
          </a:p>
        </p:txBody>
      </p:sp>
      <p:pic>
        <p:nvPicPr>
          <p:cNvPr id="4" name="図 3" descr="グラフィカル ユーザー インターフェイス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A923893-4A40-70C6-9AB5-6B11F232E2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355" y="1163689"/>
            <a:ext cx="9774421" cy="519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578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7FE0E7B-A6FE-47D0-639A-CEEDAE5EB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D52C-A15E-4981-8A76-803099B9450A}" type="slidenum">
              <a:rPr kumimoji="1" lang="ja-JP" altLang="en-US" smtClean="0"/>
              <a:t>13</a:t>
            </a:fld>
            <a:endParaRPr kumimoji="1" lang="ja-JP" altLang="en-US"/>
          </a:p>
        </p:txBody>
      </p:sp>
      <p:pic>
        <p:nvPicPr>
          <p:cNvPr id="4" name="図 3" descr="グラフィカル ユーザー インターフェイス, アプリケーション, Teams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EAE394F-DC79-5AC0-5EB1-D00D67687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340" y="1175398"/>
            <a:ext cx="9752380" cy="5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526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58</Words>
  <Application>Microsoft Office PowerPoint</Application>
  <PresentationFormat>ワイド画面</PresentationFormat>
  <Paragraphs>24</Paragraphs>
  <Slides>13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20" baseType="lpstr">
      <vt:lpstr>メイリオ</vt:lpstr>
      <vt:lpstr>游ゴシック</vt:lpstr>
      <vt:lpstr>游ゴシック Light</vt:lpstr>
      <vt:lpstr>Arial</vt:lpstr>
      <vt:lpstr>Calibri</vt:lpstr>
      <vt:lpstr>Noto Sans JP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康之 加賀</dc:creator>
  <cp:lastModifiedBy>康之 加賀</cp:lastModifiedBy>
  <cp:revision>6</cp:revision>
  <dcterms:created xsi:type="dcterms:W3CDTF">2026-05-11T05:58:43Z</dcterms:created>
  <dcterms:modified xsi:type="dcterms:W3CDTF">2026-05-11T06:44:50Z</dcterms:modified>
</cp:coreProperties>
</file>